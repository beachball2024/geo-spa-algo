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</p:sldMasterIdLst>
  <p:notesMasterIdLst>
    <p:notesMasterId r:id="rId15"/>
  </p:notesMasterIdLst>
  <p:handoutMasterIdLst>
    <p:handoutMasterId r:id="rId16"/>
  </p:handoutMasterIdLst>
  <p:sldIdLst>
    <p:sldId id="361" r:id="rId5"/>
    <p:sldId id="363" r:id="rId6"/>
    <p:sldId id="362" r:id="rId7"/>
    <p:sldId id="364" r:id="rId8"/>
    <p:sldId id="356" r:id="rId9"/>
    <p:sldId id="349" r:id="rId10"/>
    <p:sldId id="353" r:id="rId11"/>
    <p:sldId id="359" r:id="rId12"/>
    <p:sldId id="360" r:id="rId13"/>
    <p:sldId id="365" r:id="rId14"/>
  </p:sldIdLst>
  <p:sldSz cx="12192000" cy="6858000"/>
  <p:notesSz cx="6858000" cy="9144000"/>
  <p:defaultTextStyle>
    <a:defPPr>
      <a:defRPr lang="de-DE"/>
    </a:defPPr>
    <a:lvl1pPr marL="0" indent="0" algn="l" defTabSz="914400" rtl="0" eaLnBrk="1" latinLnBrk="0" hangingPunct="1">
      <a:lnSpc>
        <a:spcPct val="98000"/>
      </a:lnSpc>
      <a:spcBef>
        <a:spcPts val="0"/>
      </a:spcBef>
      <a:buFont typeface="+mj-lt"/>
      <a:buNone/>
      <a:defRPr sz="1600" kern="1200" spc="-10" baseline="0">
        <a:solidFill>
          <a:schemeClr val="tx1"/>
        </a:solidFill>
        <a:latin typeface="+mn-lt"/>
        <a:ea typeface="+mn-ea"/>
        <a:cs typeface="+mn-cs"/>
      </a:defRPr>
    </a:lvl1pPr>
    <a:lvl2pPr marL="174625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2pPr>
    <a:lvl3pPr marL="360363" indent="-185738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3pPr>
    <a:lvl4pPr marL="534988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4pPr>
    <a:lvl5pPr marL="719138" indent="-184150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5pPr>
    <a:lvl6pPr marL="25146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9718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4290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8862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9152458D-D975-4659-9756-A6BAF0E2F024}">
          <p14:sldIdLst>
            <p14:sldId id="361"/>
            <p14:sldId id="363"/>
            <p14:sldId id="362"/>
            <p14:sldId id="364"/>
            <p14:sldId id="356"/>
            <p14:sldId id="349"/>
            <p14:sldId id="353"/>
            <p14:sldId id="359"/>
            <p14:sldId id="360"/>
            <p14:sldId id="3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1A0CD"/>
    <a:srgbClr val="608595"/>
    <a:srgbClr val="819FCD"/>
    <a:srgbClr val="53756B"/>
    <a:srgbClr val="88AAA0"/>
    <a:srgbClr val="4E7565"/>
    <a:srgbClr val="8FAEDD"/>
    <a:srgbClr val="728BAE"/>
    <a:srgbClr val="98B9E6"/>
    <a:srgbClr val="4F6B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C64630-2580-4E3F-A3CE-2320A50A2619}" v="34" dt="2026-04-23T08:43:46.921"/>
  </p1510:revLst>
</p1510:revInfo>
</file>

<file path=ppt/tableStyles.xml><?xml version="1.0" encoding="utf-8"?>
<a:tblStyleLst xmlns:a="http://schemas.openxmlformats.org/drawingml/2006/main" def="{CA20E951-F767-40FB-8981-BDCADE0C3650}">
  <a:tblStyle styleId="{CA20E951-F767-40FB-8981-BDCADE0C3650}" styleName="UZH Standard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4233" cmpd="sng">
              <a:solidFill>
                <a:schemeClr val="dk1"/>
              </a:solidFill>
            </a:ln>
          </a:bottom>
          <a:insideH>
            <a:ln w="4233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>
        <a:schemeClr val="dk1"/>
      </a:tcTxStyle>
      <a:tcStyle>
        <a:tcBdr/>
        <a:fill>
          <a:noFill/>
        </a:fill>
      </a:tcStyle>
    </a:band1H>
    <a:band2H>
      <a:tcTxStyle>
        <a:schemeClr val="dk1"/>
      </a:tcTxStyle>
      <a:tcStyle>
        <a:tcBdr/>
        <a:fill>
          <a:noFill/>
        </a:fill>
      </a:tcStyle>
    </a:band2H>
    <a:band1V>
      <a:tcTxStyle>
        <a:schemeClr val="dk1"/>
      </a:tcTxStyle>
      <a:tcStyle>
        <a:tcBdr/>
        <a:fill>
          <a:noFill/>
        </a:fill>
      </a:tcStyle>
    </a:band1V>
    <a:band2V>
      <a:tcTxStyle>
        <a:schemeClr val="dk1"/>
      </a:tcTxStyle>
      <a:tcStyle>
        <a:tcBdr/>
        <a:fill>
          <a:noFill/>
        </a:fill>
      </a:tcStyle>
    </a:band2V>
    <a:lastCol>
      <a:tcTxStyle>
        <a:fontRef idx="major"/>
        <a:schemeClr val="dk1"/>
      </a:tcTxStyle>
      <a:tcStyle>
        <a:tcBdr/>
        <a:fill>
          <a:noFill/>
        </a:fill>
      </a:tcStyle>
    </a:lastCol>
    <a:firstCol>
      <a:tcTxStyle>
        <a:fontRef idx="major"/>
        <a:schemeClr val="dk1"/>
      </a:tcTxStyle>
      <a:tcStyle>
        <a:tcBdr/>
        <a:fill>
          <a:noFill/>
        </a:fill>
      </a:tcStyle>
    </a:firstCol>
    <a:lastRow>
      <a:tcTxStyle>
        <a:fontRef idx="major"/>
        <a:schemeClr val="dk1"/>
      </a:tcTxStyle>
      <a:tcStyle>
        <a:tcBdr>
          <a:top>
            <a:ln w="4233" cmpd="sng">
              <a:solidFill>
                <a:schemeClr val="dk1"/>
              </a:solidFill>
            </a:ln>
          </a:top>
          <a:bottom>
            <a:ln w="4233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>
        <a:fontRef idx="major"/>
        <a:schemeClr val="dk1"/>
      </a:tcTxStyle>
      <a:tcStyle>
        <a:tcBdr>
          <a:top>
            <a:ln>
              <a:noFill/>
            </a:ln>
          </a:top>
          <a:bottom>
            <a:ln w="1270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04" autoAdjust="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a Daniela Good" userId="1a82ef61-dbf3-402f-81b5-7cc0614f4901" providerId="ADAL" clId="{CA5C591D-375B-4867-878F-758D472FFB84}"/>
    <pc:docChg chg="undo custSel addSld modSld sldOrd">
      <pc:chgData name="Julia Daniela Good" userId="1a82ef61-dbf3-402f-81b5-7cc0614f4901" providerId="ADAL" clId="{CA5C591D-375B-4867-878F-758D472FFB84}" dt="2026-04-23T08:50:04.832" v="876" actId="20577"/>
      <pc:docMkLst>
        <pc:docMk/>
      </pc:docMkLst>
      <pc:sldChg chg="modSp mod">
        <pc:chgData name="Julia Daniela Good" userId="1a82ef61-dbf3-402f-81b5-7cc0614f4901" providerId="ADAL" clId="{CA5C591D-375B-4867-878F-758D472FFB84}" dt="2026-04-23T08:49:23.904" v="731" actId="20577"/>
        <pc:sldMkLst>
          <pc:docMk/>
          <pc:sldMk cId="3198383404" sldId="349"/>
        </pc:sldMkLst>
        <pc:spChg chg="mod">
          <ac:chgData name="Julia Daniela Good" userId="1a82ef61-dbf3-402f-81b5-7cc0614f4901" providerId="ADAL" clId="{CA5C591D-375B-4867-878F-758D472FFB84}" dt="2026-04-23T08:36:44.838" v="247" actId="20577"/>
          <ac:spMkLst>
            <pc:docMk/>
            <pc:sldMk cId="3198383404" sldId="349"/>
            <ac:spMk id="2" creationId="{C09CD778-3BC5-151F-71AF-E29689706E5F}"/>
          </ac:spMkLst>
        </pc:spChg>
        <pc:spChg chg="mod">
          <ac:chgData name="Julia Daniela Good" userId="1a82ef61-dbf3-402f-81b5-7cc0614f4901" providerId="ADAL" clId="{CA5C591D-375B-4867-878F-758D472FFB84}" dt="2026-04-23T08:49:23.904" v="731" actId="20577"/>
          <ac:spMkLst>
            <pc:docMk/>
            <pc:sldMk cId="3198383404" sldId="349"/>
            <ac:spMk id="3" creationId="{DD6C6FE9-4781-6AB2-FF5F-9650265D60AD}"/>
          </ac:spMkLst>
        </pc:spChg>
        <pc:spChg chg="mod">
          <ac:chgData name="Julia Daniela Good" userId="1a82ef61-dbf3-402f-81b5-7cc0614f4901" providerId="ADAL" clId="{CA5C591D-375B-4867-878F-758D472FFB84}" dt="2026-04-23T08:47:31.910" v="591" actId="20577"/>
          <ac:spMkLst>
            <pc:docMk/>
            <pc:sldMk cId="3198383404" sldId="349"/>
            <ac:spMk id="4" creationId="{049755EB-3422-4C68-9E3A-756FBC1618DF}"/>
          </ac:spMkLst>
        </pc:spChg>
      </pc:sldChg>
      <pc:sldChg chg="modSp mod">
        <pc:chgData name="Julia Daniela Good" userId="1a82ef61-dbf3-402f-81b5-7cc0614f4901" providerId="ADAL" clId="{CA5C591D-375B-4867-878F-758D472FFB84}" dt="2026-04-23T08:50:04.832" v="876" actId="20577"/>
        <pc:sldMkLst>
          <pc:docMk/>
          <pc:sldMk cId="3024901255" sldId="353"/>
        </pc:sldMkLst>
        <pc:spChg chg="mod">
          <ac:chgData name="Julia Daniela Good" userId="1a82ef61-dbf3-402f-81b5-7cc0614f4901" providerId="ADAL" clId="{CA5C591D-375B-4867-878F-758D472FFB84}" dt="2026-04-23T08:36:54.337" v="255" actId="20577"/>
          <ac:spMkLst>
            <pc:docMk/>
            <pc:sldMk cId="3024901255" sldId="353"/>
            <ac:spMk id="2" creationId="{66B2F2D1-C5E8-1490-D112-89295187F68A}"/>
          </ac:spMkLst>
        </pc:spChg>
        <pc:spChg chg="mod">
          <ac:chgData name="Julia Daniela Good" userId="1a82ef61-dbf3-402f-81b5-7cc0614f4901" providerId="ADAL" clId="{CA5C591D-375B-4867-878F-758D472FFB84}" dt="2026-04-23T08:50:04.832" v="876" actId="20577"/>
          <ac:spMkLst>
            <pc:docMk/>
            <pc:sldMk cId="3024901255" sldId="353"/>
            <ac:spMk id="3" creationId="{1BB9C6D1-7224-448E-74CE-C7CB6571014F}"/>
          </ac:spMkLst>
        </pc:spChg>
        <pc:spChg chg="mod">
          <ac:chgData name="Julia Daniela Good" userId="1a82ef61-dbf3-402f-81b5-7cc0614f4901" providerId="ADAL" clId="{CA5C591D-375B-4867-878F-758D472FFB84}" dt="2026-04-23T08:47:41.340" v="597" actId="20577"/>
          <ac:spMkLst>
            <pc:docMk/>
            <pc:sldMk cId="3024901255" sldId="353"/>
            <ac:spMk id="4" creationId="{A6D3D6C8-16AF-B518-EDA2-D2C37DF434CF}"/>
          </ac:spMkLst>
        </pc:spChg>
      </pc:sldChg>
      <pc:sldChg chg="modSp mod">
        <pc:chgData name="Julia Daniela Good" userId="1a82ef61-dbf3-402f-81b5-7cc0614f4901" providerId="ADAL" clId="{CA5C591D-375B-4867-878F-758D472FFB84}" dt="2026-04-23T08:49:08.738" v="676" actId="20577"/>
        <pc:sldMkLst>
          <pc:docMk/>
          <pc:sldMk cId="2343095360" sldId="356"/>
        </pc:sldMkLst>
        <pc:spChg chg="mod">
          <ac:chgData name="Julia Daniela Good" userId="1a82ef61-dbf3-402f-81b5-7cc0614f4901" providerId="ADAL" clId="{CA5C591D-375B-4867-878F-758D472FFB84}" dt="2026-04-23T08:36:37.502" v="239" actId="20577"/>
          <ac:spMkLst>
            <pc:docMk/>
            <pc:sldMk cId="2343095360" sldId="356"/>
            <ac:spMk id="2" creationId="{BF1BE3D9-C60B-C1E2-5976-9716EDA114A6}"/>
          </ac:spMkLst>
        </pc:spChg>
        <pc:spChg chg="mod">
          <ac:chgData name="Julia Daniela Good" userId="1a82ef61-dbf3-402f-81b5-7cc0614f4901" providerId="ADAL" clId="{CA5C591D-375B-4867-878F-758D472FFB84}" dt="2026-04-23T08:49:08.738" v="676" actId="20577"/>
          <ac:spMkLst>
            <pc:docMk/>
            <pc:sldMk cId="2343095360" sldId="356"/>
            <ac:spMk id="3" creationId="{579D7CDA-B760-8E7E-2D03-C8598267B07D}"/>
          </ac:spMkLst>
        </pc:spChg>
        <pc:spChg chg="mod">
          <ac:chgData name="Julia Daniela Good" userId="1a82ef61-dbf3-402f-81b5-7cc0614f4901" providerId="ADAL" clId="{CA5C591D-375B-4867-878F-758D472FFB84}" dt="2026-04-23T08:47:21.917" v="585" actId="20577"/>
          <ac:spMkLst>
            <pc:docMk/>
            <pc:sldMk cId="2343095360" sldId="356"/>
            <ac:spMk id="4" creationId="{F29336C8-1938-C8AC-2037-920C77B2208D}"/>
          </ac:spMkLst>
        </pc:spChg>
      </pc:sldChg>
      <pc:sldChg chg="modSp mod">
        <pc:chgData name="Julia Daniela Good" userId="1a82ef61-dbf3-402f-81b5-7cc0614f4901" providerId="ADAL" clId="{CA5C591D-375B-4867-878F-758D472FFB84}" dt="2026-04-23T08:47:50.749" v="603" actId="20577"/>
        <pc:sldMkLst>
          <pc:docMk/>
          <pc:sldMk cId="680548612" sldId="359"/>
        </pc:sldMkLst>
        <pc:spChg chg="mod">
          <ac:chgData name="Julia Daniela Good" userId="1a82ef61-dbf3-402f-81b5-7cc0614f4901" providerId="ADAL" clId="{CA5C591D-375B-4867-878F-758D472FFB84}" dt="2026-04-23T08:37:10.127" v="320" actId="20577"/>
          <ac:spMkLst>
            <pc:docMk/>
            <pc:sldMk cId="680548612" sldId="359"/>
            <ac:spMk id="2" creationId="{20948812-92FD-8288-6425-7960A181CF58}"/>
          </ac:spMkLst>
        </pc:spChg>
        <pc:spChg chg="mod">
          <ac:chgData name="Julia Daniela Good" userId="1a82ef61-dbf3-402f-81b5-7cc0614f4901" providerId="ADAL" clId="{CA5C591D-375B-4867-878F-758D472FFB84}" dt="2026-04-23T08:47:50.749" v="603" actId="20577"/>
          <ac:spMkLst>
            <pc:docMk/>
            <pc:sldMk cId="680548612" sldId="359"/>
            <ac:spMk id="4" creationId="{CEC40156-25A1-6FA4-58C5-1B56150AED08}"/>
          </ac:spMkLst>
        </pc:spChg>
      </pc:sldChg>
      <pc:sldChg chg="modSp mod">
        <pc:chgData name="Julia Daniela Good" userId="1a82ef61-dbf3-402f-81b5-7cc0614f4901" providerId="ADAL" clId="{CA5C591D-375B-4867-878F-758D472FFB84}" dt="2026-04-23T08:48:04.381" v="609" actId="20577"/>
        <pc:sldMkLst>
          <pc:docMk/>
          <pc:sldMk cId="1567387017" sldId="360"/>
        </pc:sldMkLst>
        <pc:spChg chg="mod">
          <ac:chgData name="Julia Daniela Good" userId="1a82ef61-dbf3-402f-81b5-7cc0614f4901" providerId="ADAL" clId="{CA5C591D-375B-4867-878F-758D472FFB84}" dt="2026-04-23T08:48:04.381" v="609" actId="20577"/>
          <ac:spMkLst>
            <pc:docMk/>
            <pc:sldMk cId="1567387017" sldId="360"/>
            <ac:spMk id="4" creationId="{3437836D-4CFB-E21B-AA78-0FCB33F6DFC5}"/>
          </ac:spMkLst>
        </pc:spChg>
        <pc:spChg chg="mod">
          <ac:chgData name="Julia Daniela Good" userId="1a82ef61-dbf3-402f-81b5-7cc0614f4901" providerId="ADAL" clId="{CA5C591D-375B-4867-878F-758D472FFB84}" dt="2026-04-23T08:41:24.103" v="489" actId="255"/>
          <ac:spMkLst>
            <pc:docMk/>
            <pc:sldMk cId="1567387017" sldId="360"/>
            <ac:spMk id="8" creationId="{3C17BC8A-5DBE-F499-5F58-EE92E703AAE7}"/>
          </ac:spMkLst>
        </pc:spChg>
      </pc:sldChg>
      <pc:sldChg chg="modSp mod">
        <pc:chgData name="Julia Daniela Good" userId="1a82ef61-dbf3-402f-81b5-7cc0614f4901" providerId="ADAL" clId="{CA5C591D-375B-4867-878F-758D472FFB84}" dt="2026-04-23T08:28:47.496" v="6" actId="14100"/>
        <pc:sldMkLst>
          <pc:docMk/>
          <pc:sldMk cId="764001381" sldId="361"/>
        </pc:sldMkLst>
        <pc:spChg chg="mod">
          <ac:chgData name="Julia Daniela Good" userId="1a82ef61-dbf3-402f-81b5-7cc0614f4901" providerId="ADAL" clId="{CA5C591D-375B-4867-878F-758D472FFB84}" dt="2026-04-23T08:28:47.496" v="6" actId="14100"/>
          <ac:spMkLst>
            <pc:docMk/>
            <pc:sldMk cId="764001381" sldId="361"/>
            <ac:spMk id="7" creationId="{5EF7FE83-E454-9603-715C-5351759061F7}"/>
          </ac:spMkLst>
        </pc:spChg>
      </pc:sldChg>
      <pc:sldChg chg="delSp modSp add mod ord">
        <pc:chgData name="Julia Daniela Good" userId="1a82ef61-dbf3-402f-81b5-7cc0614f4901" providerId="ADAL" clId="{CA5C591D-375B-4867-878F-758D472FFB84}" dt="2026-04-23T08:47:07.049" v="573" actId="20577"/>
        <pc:sldMkLst>
          <pc:docMk/>
          <pc:sldMk cId="1021050935" sldId="362"/>
        </pc:sldMkLst>
        <pc:spChg chg="mod">
          <ac:chgData name="Julia Daniela Good" userId="1a82ef61-dbf3-402f-81b5-7cc0614f4901" providerId="ADAL" clId="{CA5C591D-375B-4867-878F-758D472FFB84}" dt="2026-04-23T08:36:33.123" v="233" actId="20577"/>
          <ac:spMkLst>
            <pc:docMk/>
            <pc:sldMk cId="1021050935" sldId="362"/>
            <ac:spMk id="2" creationId="{B0CD5804-12AE-5107-1440-F297955F19FE}"/>
          </ac:spMkLst>
        </pc:spChg>
        <pc:spChg chg="mod">
          <ac:chgData name="Julia Daniela Good" userId="1a82ef61-dbf3-402f-81b5-7cc0614f4901" providerId="ADAL" clId="{CA5C591D-375B-4867-878F-758D472FFB84}" dt="2026-04-23T08:47:07.049" v="573" actId="20577"/>
          <ac:spMkLst>
            <pc:docMk/>
            <pc:sldMk cId="1021050935" sldId="362"/>
            <ac:spMk id="4" creationId="{1222A42F-18D7-5CC2-3B88-130ADFEEB4C0}"/>
          </ac:spMkLst>
        </pc:spChg>
        <pc:graphicFrameChg chg="mod">
          <ac:chgData name="Julia Daniela Good" userId="1a82ef61-dbf3-402f-81b5-7cc0614f4901" providerId="ADAL" clId="{CA5C591D-375B-4867-878F-758D472FFB84}" dt="2026-04-23T08:35:42.483" v="216" actId="207"/>
          <ac:graphicFrameMkLst>
            <pc:docMk/>
            <pc:sldMk cId="1021050935" sldId="362"/>
            <ac:graphicFrameMk id="8" creationId="{04AD9202-BE04-259D-1BE0-B12DF5711F07}"/>
          </ac:graphicFrameMkLst>
        </pc:graphicFrameChg>
        <pc:picChg chg="del">
          <ac:chgData name="Julia Daniela Good" userId="1a82ef61-dbf3-402f-81b5-7cc0614f4901" providerId="ADAL" clId="{CA5C591D-375B-4867-878F-758D472FFB84}" dt="2026-04-23T08:31:11.643" v="11" actId="478"/>
          <ac:picMkLst>
            <pc:docMk/>
            <pc:sldMk cId="1021050935" sldId="362"/>
            <ac:picMk id="9" creationId="{725579F5-28EA-408E-203B-1AE6467AB876}"/>
          </ac:picMkLst>
        </pc:picChg>
        <pc:picChg chg="mod">
          <ac:chgData name="Julia Daniela Good" userId="1a82ef61-dbf3-402f-81b5-7cc0614f4901" providerId="ADAL" clId="{CA5C591D-375B-4867-878F-758D472FFB84}" dt="2026-04-23T08:31:22.941" v="13" actId="1076"/>
          <ac:picMkLst>
            <pc:docMk/>
            <pc:sldMk cId="1021050935" sldId="362"/>
            <ac:picMk id="1028" creationId="{1EB1DE41-B342-ED56-BDAC-E2F8CEB66888}"/>
          </ac:picMkLst>
        </pc:picChg>
      </pc:sldChg>
      <pc:sldChg chg="modSp add mod">
        <pc:chgData name="Julia Daniela Good" userId="1a82ef61-dbf3-402f-81b5-7cc0614f4901" providerId="ADAL" clId="{CA5C591D-375B-4867-878F-758D472FFB84}" dt="2026-04-23T08:46:56.919" v="567" actId="20577"/>
        <pc:sldMkLst>
          <pc:docMk/>
          <pc:sldMk cId="1848770744" sldId="363"/>
        </pc:sldMkLst>
        <pc:spChg chg="mod">
          <ac:chgData name="Julia Daniela Good" userId="1a82ef61-dbf3-402f-81b5-7cc0614f4901" providerId="ADAL" clId="{CA5C591D-375B-4867-878F-758D472FFB84}" dt="2026-04-23T08:36:28.191" v="227" actId="20577"/>
          <ac:spMkLst>
            <pc:docMk/>
            <pc:sldMk cId="1848770744" sldId="363"/>
            <ac:spMk id="2" creationId="{D658C318-6F62-A2B6-00E7-9C07C5A10478}"/>
          </ac:spMkLst>
        </pc:spChg>
        <pc:spChg chg="mod">
          <ac:chgData name="Julia Daniela Good" userId="1a82ef61-dbf3-402f-81b5-7cc0614f4901" providerId="ADAL" clId="{CA5C591D-375B-4867-878F-758D472FFB84}" dt="2026-04-23T08:46:56.919" v="567" actId="20577"/>
          <ac:spMkLst>
            <pc:docMk/>
            <pc:sldMk cId="1848770744" sldId="363"/>
            <ac:spMk id="4" creationId="{3437836D-4CFB-E21B-AA78-0FCB33F6DFC5}"/>
          </ac:spMkLst>
        </pc:spChg>
        <pc:graphicFrameChg chg="mod">
          <ac:chgData name="Julia Daniela Good" userId="1a82ef61-dbf3-402f-81b5-7cc0614f4901" providerId="ADAL" clId="{CA5C591D-375B-4867-878F-758D472FFB84}" dt="2026-04-23T08:41:41.564" v="491" actId="1076"/>
          <ac:graphicFrameMkLst>
            <pc:docMk/>
            <pc:sldMk cId="1848770744" sldId="363"/>
            <ac:graphicFrameMk id="8" creationId="{BA648618-39B9-1C5D-AFAA-520D597933C9}"/>
          </ac:graphicFrameMkLst>
        </pc:graphicFrameChg>
      </pc:sldChg>
      <pc:sldChg chg="addSp delSp modSp add mod">
        <pc:chgData name="Julia Daniela Good" userId="1a82ef61-dbf3-402f-81b5-7cc0614f4901" providerId="ADAL" clId="{CA5C591D-375B-4867-878F-758D472FFB84}" dt="2026-04-23T08:47:14.260" v="579" actId="20577"/>
        <pc:sldMkLst>
          <pc:docMk/>
          <pc:sldMk cId="2389697932" sldId="364"/>
        </pc:sldMkLst>
        <pc:spChg chg="mod">
          <ac:chgData name="Julia Daniela Good" userId="1a82ef61-dbf3-402f-81b5-7cc0614f4901" providerId="ADAL" clId="{CA5C591D-375B-4867-878F-758D472FFB84}" dt="2026-04-23T08:46:10.962" v="561" actId="20577"/>
          <ac:spMkLst>
            <pc:docMk/>
            <pc:sldMk cId="2389697932" sldId="364"/>
            <ac:spMk id="2" creationId="{B6BB7B7B-A359-ED23-E76C-BBD2E5F32EA6}"/>
          </ac:spMkLst>
        </pc:spChg>
        <pc:spChg chg="del">
          <ac:chgData name="Julia Daniela Good" userId="1a82ef61-dbf3-402f-81b5-7cc0614f4901" providerId="ADAL" clId="{CA5C591D-375B-4867-878F-758D472FFB84}" dt="2026-04-23T08:38:06.748" v="371"/>
          <ac:spMkLst>
            <pc:docMk/>
            <pc:sldMk cId="2389697932" sldId="364"/>
            <ac:spMk id="3" creationId="{AE2D78E8-9519-37DF-E46F-D04A541ED900}"/>
          </ac:spMkLst>
        </pc:spChg>
        <pc:spChg chg="mod">
          <ac:chgData name="Julia Daniela Good" userId="1a82ef61-dbf3-402f-81b5-7cc0614f4901" providerId="ADAL" clId="{CA5C591D-375B-4867-878F-758D472FFB84}" dt="2026-04-23T08:47:14.260" v="579" actId="20577"/>
          <ac:spMkLst>
            <pc:docMk/>
            <pc:sldMk cId="2389697932" sldId="364"/>
            <ac:spMk id="4" creationId="{1E0F9C89-14D5-59D3-9F71-CDA33541C207}"/>
          </ac:spMkLst>
        </pc:spChg>
        <pc:graphicFrameChg chg="add mod modGraphic">
          <ac:chgData name="Julia Daniela Good" userId="1a82ef61-dbf3-402f-81b5-7cc0614f4901" providerId="ADAL" clId="{CA5C591D-375B-4867-878F-758D472FFB84}" dt="2026-04-23T08:43:19.947" v="520" actId="20577"/>
          <ac:graphicFrameMkLst>
            <pc:docMk/>
            <pc:sldMk cId="2389697932" sldId="364"/>
            <ac:graphicFrameMk id="9" creationId="{D5E11E4A-424B-0D91-B7D7-9115EA7860CD}"/>
          </ac:graphicFrameMkLst>
        </pc:graphicFrameChg>
      </pc:sldChg>
      <pc:sldChg chg="modSp add mod">
        <pc:chgData name="Julia Daniela Good" userId="1a82ef61-dbf3-402f-81b5-7cc0614f4901" providerId="ADAL" clId="{CA5C591D-375B-4867-878F-758D472FFB84}" dt="2026-04-23T08:48:10.606" v="615" actId="20577"/>
        <pc:sldMkLst>
          <pc:docMk/>
          <pc:sldMk cId="1859912730" sldId="365"/>
        </pc:sldMkLst>
        <pc:spChg chg="mod">
          <ac:chgData name="Julia Daniela Good" userId="1a82ef61-dbf3-402f-81b5-7cc0614f4901" providerId="ADAL" clId="{CA5C591D-375B-4867-878F-758D472FFB84}" dt="2026-04-23T08:48:10.606" v="615" actId="20577"/>
          <ac:spMkLst>
            <pc:docMk/>
            <pc:sldMk cId="1859912730" sldId="365"/>
            <ac:spMk id="4" creationId="{67335A0C-5CF1-17A8-BAD2-DF0EB846C23C}"/>
          </ac:spMkLst>
        </pc:spChg>
        <pc:spChg chg="mod">
          <ac:chgData name="Julia Daniela Good" userId="1a82ef61-dbf3-402f-81b5-7cc0614f4901" providerId="ADAL" clId="{CA5C591D-375B-4867-878F-758D472FFB84}" dt="2026-04-23T08:44:03.809" v="547" actId="20577"/>
          <ac:spMkLst>
            <pc:docMk/>
            <pc:sldMk cId="1859912730" sldId="365"/>
            <ac:spMk id="8" creationId="{AC9E8BE2-91FE-4A2D-3318-B397E800C427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424AEC-E1D0-4F42-845B-0B9A27AF589A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4CDF02-9604-4BCD-83D1-8570362D85C3}">
      <dgm:prSet phldrT="[Text]"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Can urban soundscapes in Zurich be inferred from geotagged Flickr tags?</a:t>
          </a:r>
        </a:p>
      </dgm:t>
    </dgm:pt>
    <dgm:pt modelId="{27F03635-60DB-4E60-9D6C-D1B253D1CAD5}" type="parTrans" cxnId="{43F2FC2F-8FD0-4760-802C-B0C4E3953C9C}">
      <dgm:prSet/>
      <dgm:spPr/>
      <dgm:t>
        <a:bodyPr/>
        <a:lstStyle/>
        <a:p>
          <a:endParaRPr lang="en-US"/>
        </a:p>
      </dgm:t>
    </dgm:pt>
    <dgm:pt modelId="{EB91908A-66D6-435F-9169-5924B9D72A79}" type="sibTrans" cxnId="{43F2FC2F-8FD0-4760-802C-B0C4E3953C9C}">
      <dgm:prSet/>
      <dgm:spPr/>
      <dgm:t>
        <a:bodyPr/>
        <a:lstStyle/>
        <a:p>
          <a:endParaRPr lang="en-US"/>
        </a:p>
      </dgm:t>
    </dgm:pt>
    <dgm:pt modelId="{AA6C8F67-D9A4-49EA-A052-7CDAB9BE6649}">
      <dgm:prSet phldrT="[Text]"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pPr rtl="0"/>
          <a:r>
            <a:rPr lang="en-US" dirty="0">
              <a:solidFill>
                <a:schemeClr val="tx1"/>
              </a:solidFill>
            </a:rPr>
            <a:t>According to the Flickr tags, which noise categories are</a:t>
          </a:r>
          <a:r>
            <a:rPr lang="en-US" dirty="0">
              <a:solidFill>
                <a:schemeClr val="tx1"/>
              </a:solidFill>
              <a:latin typeface="Source Sans Pro"/>
            </a:rPr>
            <a:t> dominant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>
              <a:solidFill>
                <a:schemeClr val="tx1"/>
              </a:solidFill>
              <a:latin typeface="Source Sans Pro"/>
            </a:rPr>
            <a:t>on different</a:t>
          </a:r>
          <a:r>
            <a:rPr lang="en-US" dirty="0">
              <a:solidFill>
                <a:schemeClr val="tx1"/>
              </a:solidFill>
            </a:rPr>
            <a:t> road sections in Zurich</a:t>
          </a:r>
          <a:r>
            <a:rPr lang="en-US" dirty="0">
              <a:solidFill>
                <a:schemeClr val="tx1"/>
              </a:solidFill>
              <a:latin typeface="Source Sans Pro"/>
            </a:rPr>
            <a:t>?</a:t>
          </a:r>
        </a:p>
      </dgm:t>
    </dgm:pt>
    <dgm:pt modelId="{E51D9625-5B9D-45A9-B338-EB70D6C12D71}" type="parTrans" cxnId="{8474BF64-4661-4F0E-9C1C-40DE03B7B32A}">
      <dgm:prSet/>
      <dgm:spPr/>
      <dgm:t>
        <a:bodyPr/>
        <a:lstStyle/>
        <a:p>
          <a:endParaRPr lang="en-US"/>
        </a:p>
      </dgm:t>
    </dgm:pt>
    <dgm:pt modelId="{EC510927-B5CD-4B9E-A349-3FCD1A5A375D}" type="sibTrans" cxnId="{8474BF64-4661-4F0E-9C1C-40DE03B7B32A}">
      <dgm:prSet/>
      <dgm:spPr/>
      <dgm:t>
        <a:bodyPr/>
        <a:lstStyle/>
        <a:p>
          <a:endParaRPr lang="en-US"/>
        </a:p>
      </dgm:t>
    </dgm:pt>
    <dgm:pt modelId="{B40B6B8E-0F99-4378-885D-C33286034AAD}" type="pres">
      <dgm:prSet presAssocID="{0C424AEC-E1D0-4F42-845B-0B9A27AF589A}" presName="linearFlow" presStyleCnt="0">
        <dgm:presLayoutVars>
          <dgm:dir/>
          <dgm:resizeHandles val="exact"/>
        </dgm:presLayoutVars>
      </dgm:prSet>
      <dgm:spPr/>
    </dgm:pt>
    <dgm:pt modelId="{CADB2C1C-A3C9-4E79-BAD2-B177635B68C4}" type="pres">
      <dgm:prSet presAssocID="{814CDF02-9604-4BCD-83D1-8570362D85C3}" presName="composite" presStyleCnt="0"/>
      <dgm:spPr/>
    </dgm:pt>
    <dgm:pt modelId="{2454525A-0612-4EAA-BAD5-FEA831D5CA08}" type="pres">
      <dgm:prSet presAssocID="{814CDF02-9604-4BCD-83D1-8570362D85C3}" presName="imgShp" presStyleLbl="fgImgPlace1" presStyleIdx="0" presStyleCnt="2" custLinFactNeighborX="-7997" custLinFactNeighborY="-2999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 1 Silhouette"/>
        </a:ext>
      </dgm:extLst>
    </dgm:pt>
    <dgm:pt modelId="{D1AA95C3-C392-43E0-8249-AE319E4C77D4}" type="pres">
      <dgm:prSet presAssocID="{814CDF02-9604-4BCD-83D1-8570362D85C3}" presName="txShp" presStyleLbl="node1" presStyleIdx="0" presStyleCnt="2">
        <dgm:presLayoutVars>
          <dgm:bulletEnabled val="1"/>
        </dgm:presLayoutVars>
      </dgm:prSet>
      <dgm:spPr/>
    </dgm:pt>
    <dgm:pt modelId="{200AF436-C340-4BDA-B1CB-C31B9BC9EFE0}" type="pres">
      <dgm:prSet presAssocID="{EB91908A-66D6-435F-9169-5924B9D72A79}" presName="spacing" presStyleCnt="0"/>
      <dgm:spPr/>
    </dgm:pt>
    <dgm:pt modelId="{5F9E22B3-E8FE-4471-8705-CA309A1E8698}" type="pres">
      <dgm:prSet presAssocID="{AA6C8F67-D9A4-49EA-A052-7CDAB9BE6649}" presName="composite" presStyleCnt="0"/>
      <dgm:spPr/>
    </dgm:pt>
    <dgm:pt modelId="{EE70BBD3-6560-4E62-8770-9994B2D8FD71}" type="pres">
      <dgm:prSet presAssocID="{AA6C8F67-D9A4-49EA-A052-7CDAB9BE6649}" presName="imgShp" presStyleLbl="fgImgPlace1" presStyleIdx="1" presStyleCnt="2" custLinFactNeighborX="-7997" custLinFactNeighborY="1000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bzeichen Silhouette"/>
        </a:ext>
      </dgm:extLst>
    </dgm:pt>
    <dgm:pt modelId="{0A14179A-8EA2-4C06-97EB-1C0CE32D6994}" type="pres">
      <dgm:prSet presAssocID="{AA6C8F67-D9A4-49EA-A052-7CDAB9BE6649}" presName="txShp" presStyleLbl="node1" presStyleIdx="1" presStyleCnt="2" custLinFactNeighborX="-32" custLinFactNeighborY="2999">
        <dgm:presLayoutVars>
          <dgm:bulletEnabled val="1"/>
        </dgm:presLayoutVars>
      </dgm:prSet>
      <dgm:spPr/>
    </dgm:pt>
  </dgm:ptLst>
  <dgm:cxnLst>
    <dgm:cxn modelId="{43F2FC2F-8FD0-4760-802C-B0C4E3953C9C}" srcId="{0C424AEC-E1D0-4F42-845B-0B9A27AF589A}" destId="{814CDF02-9604-4BCD-83D1-8570362D85C3}" srcOrd="0" destOrd="0" parTransId="{27F03635-60DB-4E60-9D6C-D1B253D1CAD5}" sibTransId="{EB91908A-66D6-435F-9169-5924B9D72A79}"/>
    <dgm:cxn modelId="{8474BF64-4661-4F0E-9C1C-40DE03B7B32A}" srcId="{0C424AEC-E1D0-4F42-845B-0B9A27AF589A}" destId="{AA6C8F67-D9A4-49EA-A052-7CDAB9BE6649}" srcOrd="1" destOrd="0" parTransId="{E51D9625-5B9D-45A9-B338-EB70D6C12D71}" sibTransId="{EC510927-B5CD-4B9E-A349-3FCD1A5A375D}"/>
    <dgm:cxn modelId="{DA58B745-137D-4011-A5DB-8AFB8556AB30}" type="presOf" srcId="{814CDF02-9604-4BCD-83D1-8570362D85C3}" destId="{D1AA95C3-C392-43E0-8249-AE319E4C77D4}" srcOrd="0" destOrd="0" presId="urn:microsoft.com/office/officeart/2005/8/layout/vList3"/>
    <dgm:cxn modelId="{35887A72-F56F-4A13-97FF-DE299D429615}" type="presOf" srcId="{AA6C8F67-D9A4-49EA-A052-7CDAB9BE6649}" destId="{0A14179A-8EA2-4C06-97EB-1C0CE32D6994}" srcOrd="0" destOrd="0" presId="urn:microsoft.com/office/officeart/2005/8/layout/vList3"/>
    <dgm:cxn modelId="{B2715B9C-855D-4D03-95FB-2B8CFC49EB93}" type="presOf" srcId="{0C424AEC-E1D0-4F42-845B-0B9A27AF589A}" destId="{B40B6B8E-0F99-4378-885D-C33286034AAD}" srcOrd="0" destOrd="0" presId="urn:microsoft.com/office/officeart/2005/8/layout/vList3"/>
    <dgm:cxn modelId="{75BA787C-D2A1-4C18-8D82-60E3F8BA8D12}" type="presParOf" srcId="{B40B6B8E-0F99-4378-885D-C33286034AAD}" destId="{CADB2C1C-A3C9-4E79-BAD2-B177635B68C4}" srcOrd="0" destOrd="0" presId="urn:microsoft.com/office/officeart/2005/8/layout/vList3"/>
    <dgm:cxn modelId="{7F192C9D-2B42-4F63-8A95-65A158D3FD6E}" type="presParOf" srcId="{CADB2C1C-A3C9-4E79-BAD2-B177635B68C4}" destId="{2454525A-0612-4EAA-BAD5-FEA831D5CA08}" srcOrd="0" destOrd="0" presId="urn:microsoft.com/office/officeart/2005/8/layout/vList3"/>
    <dgm:cxn modelId="{6FAB5956-7C74-498E-9F39-BD419CBEF92A}" type="presParOf" srcId="{CADB2C1C-A3C9-4E79-BAD2-B177635B68C4}" destId="{D1AA95C3-C392-43E0-8249-AE319E4C77D4}" srcOrd="1" destOrd="0" presId="urn:microsoft.com/office/officeart/2005/8/layout/vList3"/>
    <dgm:cxn modelId="{FFB40B76-3171-4296-B93C-D9E02B9DE7B4}" type="presParOf" srcId="{B40B6B8E-0F99-4378-885D-C33286034AAD}" destId="{200AF436-C340-4BDA-B1CB-C31B9BC9EFE0}" srcOrd="1" destOrd="0" presId="urn:microsoft.com/office/officeart/2005/8/layout/vList3"/>
    <dgm:cxn modelId="{5B78651B-77A7-4946-8640-CB03C26F87E0}" type="presParOf" srcId="{B40B6B8E-0F99-4378-885D-C33286034AAD}" destId="{5F9E22B3-E8FE-4471-8705-CA309A1E8698}" srcOrd="2" destOrd="0" presId="urn:microsoft.com/office/officeart/2005/8/layout/vList3"/>
    <dgm:cxn modelId="{98DADC89-940A-40F5-84E6-BD3EDDBBFF7F}" type="presParOf" srcId="{5F9E22B3-E8FE-4471-8705-CA309A1E8698}" destId="{EE70BBD3-6560-4E62-8770-9994B2D8FD71}" srcOrd="0" destOrd="0" presId="urn:microsoft.com/office/officeart/2005/8/layout/vList3"/>
    <dgm:cxn modelId="{CC83E72D-C3F7-4FFF-BD7F-3AAB61E244E7}" type="presParOf" srcId="{5F9E22B3-E8FE-4471-8705-CA309A1E8698}" destId="{0A14179A-8EA2-4C06-97EB-1C0CE32D699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035BA77-C805-483D-841A-206374DED0F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6417B1-ED38-496D-B489-0DABA38D92FE}">
      <dgm:prSet phldrT="[Text]" phldr="0" custT="1"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r>
            <a:rPr lang="de-CH" sz="2800" err="1">
              <a:solidFill>
                <a:schemeClr val="tx1"/>
              </a:solidFill>
            </a:rPr>
            <a:t>Geotagged</a:t>
          </a:r>
          <a:r>
            <a:rPr lang="de-CH" sz="2800">
              <a:solidFill>
                <a:schemeClr val="tx1"/>
              </a:solidFill>
            </a:rPr>
            <a:t> </a:t>
          </a:r>
          <a:r>
            <a:rPr lang="de-CH" sz="2800" err="1">
              <a:solidFill>
                <a:schemeClr val="tx1"/>
              </a:solidFill>
            </a:rPr>
            <a:t>Photos</a:t>
          </a:r>
          <a:r>
            <a:rPr lang="de-CH" sz="2800">
              <a:solidFill>
                <a:schemeClr val="tx1"/>
              </a:solidFill>
            </a:rPr>
            <a:t>: Flickr </a:t>
          </a:r>
          <a:r>
            <a:rPr lang="de-CH" sz="2800" err="1">
              <a:solidFill>
                <a:schemeClr val="tx1"/>
              </a:solidFill>
            </a:rPr>
            <a:t>posts</a:t>
          </a:r>
          <a:endParaRPr lang="en-US" sz="2800">
            <a:solidFill>
              <a:schemeClr val="tx1"/>
            </a:solidFill>
          </a:endParaRPr>
        </a:p>
      </dgm:t>
    </dgm:pt>
    <dgm:pt modelId="{425610F5-6C84-4085-A711-2E3FAE826629}" type="parTrans" cxnId="{3E614C51-2EF3-4451-908F-EE6E0F6E9B14}">
      <dgm:prSet/>
      <dgm:spPr/>
      <dgm:t>
        <a:bodyPr/>
        <a:lstStyle/>
        <a:p>
          <a:endParaRPr lang="en-US"/>
        </a:p>
      </dgm:t>
    </dgm:pt>
    <dgm:pt modelId="{75CE6F90-F8C8-430D-9D63-9A26DCB6A249}" type="sibTrans" cxnId="{3E614C51-2EF3-4451-908F-EE6E0F6E9B14}">
      <dgm:prSet/>
      <dgm:spPr/>
      <dgm:t>
        <a:bodyPr/>
        <a:lstStyle/>
        <a:p>
          <a:endParaRPr lang="en-US"/>
        </a:p>
      </dgm:t>
    </dgm:pt>
    <dgm:pt modelId="{72B5E9E9-BDD7-4364-941E-89A2F721ED26}">
      <dgm:prSet phldrT="[Text]" phldr="0" custT="1"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r>
            <a:rPr lang="de-CH" sz="2800" dirty="0">
              <a:solidFill>
                <a:schemeClr val="tx1"/>
              </a:solidFill>
            </a:rPr>
            <a:t>Streets:</a:t>
          </a:r>
          <a:br>
            <a:rPr lang="de-CH" sz="2800" dirty="0">
              <a:solidFill>
                <a:schemeClr val="tx1"/>
              </a:solidFill>
            </a:rPr>
          </a:br>
          <a:r>
            <a:rPr lang="de-DE" sz="2800" dirty="0">
              <a:solidFill>
                <a:schemeClr val="tx1"/>
              </a:solidFill>
            </a:rPr>
            <a:t>Official Street Directory </a:t>
          </a:r>
          <a:r>
            <a:rPr lang="de-DE" sz="2800" dirty="0" err="1">
              <a:solidFill>
                <a:schemeClr val="tx1"/>
              </a:solidFill>
            </a:rPr>
            <a:t>of</a:t>
          </a:r>
          <a:r>
            <a:rPr lang="de-DE" sz="2800" dirty="0">
              <a:solidFill>
                <a:schemeClr val="tx1"/>
              </a:solidFill>
            </a:rPr>
            <a:t> </a:t>
          </a:r>
          <a:r>
            <a:rPr lang="de-DE" sz="2800" dirty="0" err="1">
              <a:solidFill>
                <a:schemeClr val="tx1"/>
              </a:solidFill>
            </a:rPr>
            <a:t>Switzerland</a:t>
          </a:r>
          <a:endParaRPr lang="en-US" sz="2800" dirty="0">
            <a:solidFill>
              <a:schemeClr val="tx1"/>
            </a:solidFill>
          </a:endParaRPr>
        </a:p>
      </dgm:t>
    </dgm:pt>
    <dgm:pt modelId="{F5399A5E-7A8B-4023-9308-C8CA377F85BD}" type="parTrans" cxnId="{B2BEDE23-C887-4A96-9F9E-2A7750A0BBB4}">
      <dgm:prSet/>
      <dgm:spPr/>
      <dgm:t>
        <a:bodyPr/>
        <a:lstStyle/>
        <a:p>
          <a:endParaRPr lang="en-US"/>
        </a:p>
      </dgm:t>
    </dgm:pt>
    <dgm:pt modelId="{EDAE32B6-D9AA-4E1A-B4E1-79E0C94E7730}" type="sibTrans" cxnId="{B2BEDE23-C887-4A96-9F9E-2A7750A0BBB4}">
      <dgm:prSet/>
      <dgm:spPr/>
      <dgm:t>
        <a:bodyPr/>
        <a:lstStyle/>
        <a:p>
          <a:endParaRPr lang="en-US"/>
        </a:p>
      </dgm:t>
    </dgm:pt>
    <dgm:pt modelId="{B092B013-BB7A-4341-80BC-54434235339D}">
      <dgm:prSet phldrT="[Text]" phldr="0" custT="1"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r>
            <a:rPr lang="de-CH" sz="2800" dirty="0" err="1">
              <a:solidFill>
                <a:schemeClr val="tx1"/>
              </a:solidFill>
            </a:rPr>
            <a:t>Spatial</a:t>
          </a:r>
          <a:r>
            <a:rPr lang="de-CH" sz="2800" dirty="0">
              <a:solidFill>
                <a:schemeClr val="tx1"/>
              </a:solidFill>
            </a:rPr>
            <a:t> </a:t>
          </a:r>
          <a:r>
            <a:rPr lang="de-CH" sz="2800" dirty="0" err="1">
              <a:solidFill>
                <a:schemeClr val="tx1"/>
              </a:solidFill>
            </a:rPr>
            <a:t>boundary</a:t>
          </a:r>
          <a:r>
            <a:rPr lang="de-CH" sz="2800" dirty="0">
              <a:solidFill>
                <a:schemeClr val="tx1"/>
              </a:solidFill>
            </a:rPr>
            <a:t>:</a:t>
          </a:r>
          <a:br>
            <a:rPr lang="de-CH" sz="2800" dirty="0">
              <a:solidFill>
                <a:schemeClr val="tx1"/>
              </a:solidFill>
            </a:rPr>
          </a:br>
          <a:r>
            <a:rPr lang="de-DE" sz="2800" b="0" i="0" dirty="0">
              <a:solidFill>
                <a:schemeClr val="tx1"/>
              </a:solidFill>
            </a:rPr>
            <a:t>Municipal </a:t>
          </a:r>
          <a:r>
            <a:rPr lang="de-DE" sz="2800" b="0" i="0" dirty="0" err="1">
              <a:solidFill>
                <a:schemeClr val="tx1"/>
              </a:solidFill>
            </a:rPr>
            <a:t>boundary</a:t>
          </a:r>
          <a:r>
            <a:rPr lang="de-CH" sz="2800" b="0" i="0" dirty="0">
              <a:solidFill>
                <a:schemeClr val="tx1"/>
              </a:solidFill>
            </a:rPr>
            <a:t> </a:t>
          </a:r>
          <a:r>
            <a:rPr lang="de-CH" sz="2800" b="0" i="0" dirty="0" err="1">
              <a:solidFill>
                <a:schemeClr val="tx1"/>
              </a:solidFill>
            </a:rPr>
            <a:t>of</a:t>
          </a:r>
          <a:r>
            <a:rPr lang="de-CH" sz="2800" b="0" i="0" dirty="0">
              <a:solidFill>
                <a:schemeClr val="tx1"/>
              </a:solidFill>
            </a:rPr>
            <a:t> </a:t>
          </a:r>
          <a:r>
            <a:rPr lang="de-CH" sz="2800" b="0" i="0" dirty="0" err="1">
              <a:solidFill>
                <a:schemeClr val="tx1"/>
              </a:solidFill>
            </a:rPr>
            <a:t>Zurich</a:t>
          </a:r>
          <a:endParaRPr lang="en-US" sz="2800" dirty="0">
            <a:solidFill>
              <a:schemeClr val="tx1"/>
            </a:solidFill>
          </a:endParaRPr>
        </a:p>
      </dgm:t>
    </dgm:pt>
    <dgm:pt modelId="{23FB6582-5070-4844-A911-3B180EF9F48F}" type="parTrans" cxnId="{6DBC81AB-FBE8-984F-B3AB-76B852B7732A}">
      <dgm:prSet/>
      <dgm:spPr/>
      <dgm:t>
        <a:bodyPr/>
        <a:lstStyle/>
        <a:p>
          <a:endParaRPr lang="de-DE"/>
        </a:p>
      </dgm:t>
    </dgm:pt>
    <dgm:pt modelId="{56628717-6CD7-CC48-AE25-FF1A125B85B8}" type="sibTrans" cxnId="{6DBC81AB-FBE8-984F-B3AB-76B852B7732A}">
      <dgm:prSet/>
      <dgm:spPr/>
      <dgm:t>
        <a:bodyPr/>
        <a:lstStyle/>
        <a:p>
          <a:endParaRPr lang="de-DE"/>
        </a:p>
      </dgm:t>
    </dgm:pt>
    <dgm:pt modelId="{F686CF3A-3924-4DB1-8509-A4EA684E761F}" type="pres">
      <dgm:prSet presAssocID="{E035BA77-C805-483D-841A-206374DED0F5}" presName="diagram" presStyleCnt="0">
        <dgm:presLayoutVars>
          <dgm:dir/>
          <dgm:resizeHandles val="exact"/>
        </dgm:presLayoutVars>
      </dgm:prSet>
      <dgm:spPr/>
    </dgm:pt>
    <dgm:pt modelId="{5E82FEE8-FB9A-43E9-A1AB-7B07FE5752F9}" type="pres">
      <dgm:prSet presAssocID="{186417B1-ED38-496D-B489-0DABA38D92FE}" presName="node" presStyleLbl="node1" presStyleIdx="0" presStyleCnt="3" custScaleX="90163" custScaleY="99962">
        <dgm:presLayoutVars>
          <dgm:bulletEnabled val="1"/>
        </dgm:presLayoutVars>
      </dgm:prSet>
      <dgm:spPr/>
    </dgm:pt>
    <dgm:pt modelId="{2F3C3FC5-00B3-4824-BB19-9187C9F54E7C}" type="pres">
      <dgm:prSet presAssocID="{75CE6F90-F8C8-430D-9D63-9A26DCB6A249}" presName="sibTrans" presStyleCnt="0"/>
      <dgm:spPr/>
    </dgm:pt>
    <dgm:pt modelId="{1F56A7A4-C240-40A8-A902-5F000C4D9B0D}" type="pres">
      <dgm:prSet presAssocID="{72B5E9E9-BDD7-4364-941E-89A2F721ED26}" presName="node" presStyleLbl="node1" presStyleIdx="1" presStyleCnt="3" custScaleX="90163">
        <dgm:presLayoutVars>
          <dgm:bulletEnabled val="1"/>
        </dgm:presLayoutVars>
      </dgm:prSet>
      <dgm:spPr/>
    </dgm:pt>
    <dgm:pt modelId="{ECA6458A-3ABF-4C76-9C81-CC96DA3F6F30}" type="pres">
      <dgm:prSet presAssocID="{EDAE32B6-D9AA-4E1A-B4E1-79E0C94E7730}" presName="sibTrans" presStyleCnt="0"/>
      <dgm:spPr/>
    </dgm:pt>
    <dgm:pt modelId="{8F45FD47-4940-854B-B1DB-238409D01324}" type="pres">
      <dgm:prSet presAssocID="{B092B013-BB7A-4341-80BC-54434235339D}" presName="node" presStyleLbl="node1" presStyleIdx="2" presStyleCnt="3" custScaleX="90163" custScaleY="99962">
        <dgm:presLayoutVars>
          <dgm:bulletEnabled val="1"/>
        </dgm:presLayoutVars>
      </dgm:prSet>
      <dgm:spPr/>
    </dgm:pt>
  </dgm:ptLst>
  <dgm:cxnLst>
    <dgm:cxn modelId="{099BA20F-1B31-476B-83B1-CFED598260B1}" type="presOf" srcId="{72B5E9E9-BDD7-4364-941E-89A2F721ED26}" destId="{1F56A7A4-C240-40A8-A902-5F000C4D9B0D}" srcOrd="0" destOrd="0" presId="urn:microsoft.com/office/officeart/2005/8/layout/default"/>
    <dgm:cxn modelId="{B2BEDE23-C887-4A96-9F9E-2A7750A0BBB4}" srcId="{E035BA77-C805-483D-841A-206374DED0F5}" destId="{72B5E9E9-BDD7-4364-941E-89A2F721ED26}" srcOrd="1" destOrd="0" parTransId="{F5399A5E-7A8B-4023-9308-C8CA377F85BD}" sibTransId="{EDAE32B6-D9AA-4E1A-B4E1-79E0C94E7730}"/>
    <dgm:cxn modelId="{1E9D9840-D014-4530-986B-847D9B5A0A83}" type="presOf" srcId="{186417B1-ED38-496D-B489-0DABA38D92FE}" destId="{5E82FEE8-FB9A-43E9-A1AB-7B07FE5752F9}" srcOrd="0" destOrd="0" presId="urn:microsoft.com/office/officeart/2005/8/layout/default"/>
    <dgm:cxn modelId="{3E614C51-2EF3-4451-908F-EE6E0F6E9B14}" srcId="{E035BA77-C805-483D-841A-206374DED0F5}" destId="{186417B1-ED38-496D-B489-0DABA38D92FE}" srcOrd="0" destOrd="0" parTransId="{425610F5-6C84-4085-A711-2E3FAE826629}" sibTransId="{75CE6F90-F8C8-430D-9D63-9A26DCB6A249}"/>
    <dgm:cxn modelId="{6DBC81AB-FBE8-984F-B3AB-76B852B7732A}" srcId="{E035BA77-C805-483D-841A-206374DED0F5}" destId="{B092B013-BB7A-4341-80BC-54434235339D}" srcOrd="2" destOrd="0" parTransId="{23FB6582-5070-4844-A911-3B180EF9F48F}" sibTransId="{56628717-6CD7-CC48-AE25-FF1A125B85B8}"/>
    <dgm:cxn modelId="{276FFEAF-EE04-EA48-AC93-AD721D3179B2}" type="presOf" srcId="{B092B013-BB7A-4341-80BC-54434235339D}" destId="{8F45FD47-4940-854B-B1DB-238409D01324}" srcOrd="0" destOrd="0" presId="urn:microsoft.com/office/officeart/2005/8/layout/default"/>
    <dgm:cxn modelId="{3A1D03FA-089F-46EB-BA8B-561F3069B80D}" type="presOf" srcId="{E035BA77-C805-483D-841A-206374DED0F5}" destId="{F686CF3A-3924-4DB1-8509-A4EA684E761F}" srcOrd="0" destOrd="0" presId="urn:microsoft.com/office/officeart/2005/8/layout/default"/>
    <dgm:cxn modelId="{CFB71C4A-E5E7-426F-B338-80E925D2792B}" type="presParOf" srcId="{F686CF3A-3924-4DB1-8509-A4EA684E761F}" destId="{5E82FEE8-FB9A-43E9-A1AB-7B07FE5752F9}" srcOrd="0" destOrd="0" presId="urn:microsoft.com/office/officeart/2005/8/layout/default"/>
    <dgm:cxn modelId="{EBB09E6A-D8D3-41BF-B3EB-C0C6C8DE5584}" type="presParOf" srcId="{F686CF3A-3924-4DB1-8509-A4EA684E761F}" destId="{2F3C3FC5-00B3-4824-BB19-9187C9F54E7C}" srcOrd="1" destOrd="0" presId="urn:microsoft.com/office/officeart/2005/8/layout/default"/>
    <dgm:cxn modelId="{0CE50CE4-A2A5-4514-A62E-02621707D69D}" type="presParOf" srcId="{F686CF3A-3924-4DB1-8509-A4EA684E761F}" destId="{1F56A7A4-C240-40A8-A902-5F000C4D9B0D}" srcOrd="2" destOrd="0" presId="urn:microsoft.com/office/officeart/2005/8/layout/default"/>
    <dgm:cxn modelId="{D05DEBCA-A4DF-4357-9B7A-2DE7B33BBA41}" type="presParOf" srcId="{F686CF3A-3924-4DB1-8509-A4EA684E761F}" destId="{ECA6458A-3ABF-4C76-9C81-CC96DA3F6F30}" srcOrd="3" destOrd="0" presId="urn:microsoft.com/office/officeart/2005/8/layout/default"/>
    <dgm:cxn modelId="{E271AB3C-06C0-5B4F-83E7-F78C721BAE56}" type="presParOf" srcId="{F686CF3A-3924-4DB1-8509-A4EA684E761F}" destId="{8F45FD47-4940-854B-B1DB-238409D01324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C424AEC-E1D0-4F42-845B-0B9A27AF589A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4CDF02-9604-4BCD-83D1-8570362D85C3}">
      <dgm:prSet phldrT="[Text]"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pPr algn="l"/>
          <a:r>
            <a:rPr lang="en-US" dirty="0">
              <a:solidFill>
                <a:schemeClr val="tx1"/>
              </a:solidFill>
            </a:rPr>
            <a:t>Julia: Dividing Street Segments</a:t>
          </a:r>
        </a:p>
      </dgm:t>
    </dgm:pt>
    <dgm:pt modelId="{27F03635-60DB-4E60-9D6C-D1B253D1CAD5}" type="parTrans" cxnId="{43F2FC2F-8FD0-4760-802C-B0C4E3953C9C}">
      <dgm:prSet/>
      <dgm:spPr/>
      <dgm:t>
        <a:bodyPr/>
        <a:lstStyle/>
        <a:p>
          <a:endParaRPr lang="en-US"/>
        </a:p>
      </dgm:t>
    </dgm:pt>
    <dgm:pt modelId="{EB91908A-66D6-435F-9169-5924B9D72A79}" type="sibTrans" cxnId="{43F2FC2F-8FD0-4760-802C-B0C4E3953C9C}">
      <dgm:prSet/>
      <dgm:spPr/>
      <dgm:t>
        <a:bodyPr/>
        <a:lstStyle/>
        <a:p>
          <a:endParaRPr lang="en-US"/>
        </a:p>
      </dgm:t>
    </dgm:pt>
    <dgm:pt modelId="{AA6C8F67-D9A4-49EA-A052-7CDAB9BE6649}">
      <dgm:prSet phldrT="[Text]"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pPr algn="l" rtl="0"/>
          <a:r>
            <a:rPr lang="de-CH" dirty="0">
              <a:solidFill>
                <a:schemeClr val="tx1"/>
              </a:solidFill>
              <a:latin typeface="Source Sans Pro"/>
            </a:rPr>
            <a:t>Muriel: </a:t>
          </a:r>
          <a:r>
            <a:rPr lang="de-CH" dirty="0" err="1">
              <a:solidFill>
                <a:schemeClr val="tx1"/>
              </a:solidFill>
              <a:latin typeface="Source Sans Pro"/>
            </a:rPr>
            <a:t>Creating</a:t>
          </a:r>
          <a:r>
            <a:rPr lang="de-CH" dirty="0">
              <a:solidFill>
                <a:schemeClr val="tx1"/>
              </a:solidFill>
              <a:latin typeface="Source Sans Pro"/>
            </a:rPr>
            <a:t> Buffer</a:t>
          </a:r>
          <a:endParaRPr lang="en-US" dirty="0">
            <a:solidFill>
              <a:schemeClr val="tx1"/>
            </a:solidFill>
            <a:latin typeface="Source Sans Pro"/>
          </a:endParaRPr>
        </a:p>
      </dgm:t>
    </dgm:pt>
    <dgm:pt modelId="{E51D9625-5B9D-45A9-B338-EB70D6C12D71}" type="parTrans" cxnId="{8474BF64-4661-4F0E-9C1C-40DE03B7B32A}">
      <dgm:prSet/>
      <dgm:spPr/>
      <dgm:t>
        <a:bodyPr/>
        <a:lstStyle/>
        <a:p>
          <a:endParaRPr lang="en-US"/>
        </a:p>
      </dgm:t>
    </dgm:pt>
    <dgm:pt modelId="{EC510927-B5CD-4B9E-A349-3FCD1A5A375D}" type="sibTrans" cxnId="{8474BF64-4661-4F0E-9C1C-40DE03B7B32A}">
      <dgm:prSet/>
      <dgm:spPr/>
      <dgm:t>
        <a:bodyPr/>
        <a:lstStyle/>
        <a:p>
          <a:endParaRPr lang="en-US"/>
        </a:p>
      </dgm:t>
    </dgm:pt>
    <dgm:pt modelId="{8F6AF1EF-9078-420F-802B-2CA9E0C96ECC}">
      <dgm:prSet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pPr algn="l"/>
          <a:r>
            <a:rPr lang="de-CH" dirty="0">
              <a:solidFill>
                <a:schemeClr val="tx1"/>
              </a:solidFill>
            </a:rPr>
            <a:t>Guillermo: Point in Polygon (Buffer)</a:t>
          </a:r>
          <a:endParaRPr lang="en-US" dirty="0">
            <a:solidFill>
              <a:schemeClr val="tx1"/>
            </a:solidFill>
          </a:endParaRPr>
        </a:p>
      </dgm:t>
    </dgm:pt>
    <dgm:pt modelId="{9B9CCF2A-D6BD-4A8D-9D1B-550876FED742}" type="parTrans" cxnId="{8032B1C3-3565-4C41-87C0-79FD37D69609}">
      <dgm:prSet/>
      <dgm:spPr/>
      <dgm:t>
        <a:bodyPr/>
        <a:lstStyle/>
        <a:p>
          <a:endParaRPr lang="en-US"/>
        </a:p>
      </dgm:t>
    </dgm:pt>
    <dgm:pt modelId="{97D2DFB8-DAAE-4DD0-A853-0FF7FC95F526}" type="sibTrans" cxnId="{8032B1C3-3565-4C41-87C0-79FD37D69609}">
      <dgm:prSet/>
      <dgm:spPr/>
      <dgm:t>
        <a:bodyPr/>
        <a:lstStyle/>
        <a:p>
          <a:endParaRPr lang="en-US"/>
        </a:p>
      </dgm:t>
    </dgm:pt>
    <dgm:pt modelId="{B40B6B8E-0F99-4378-885D-C33286034AAD}" type="pres">
      <dgm:prSet presAssocID="{0C424AEC-E1D0-4F42-845B-0B9A27AF589A}" presName="linearFlow" presStyleCnt="0">
        <dgm:presLayoutVars>
          <dgm:dir/>
          <dgm:resizeHandles val="exact"/>
        </dgm:presLayoutVars>
      </dgm:prSet>
      <dgm:spPr/>
    </dgm:pt>
    <dgm:pt modelId="{CADB2C1C-A3C9-4E79-BAD2-B177635B68C4}" type="pres">
      <dgm:prSet presAssocID="{814CDF02-9604-4BCD-83D1-8570362D85C3}" presName="composite" presStyleCnt="0"/>
      <dgm:spPr/>
    </dgm:pt>
    <dgm:pt modelId="{2454525A-0612-4EAA-BAD5-FEA831D5CA08}" type="pres">
      <dgm:prSet presAssocID="{814CDF02-9604-4BCD-83D1-8570362D85C3}" presName="imgShp" presStyleLbl="fgImgPlace1" presStyleIdx="0" presStyleCnt="3" custLinFactNeighborX="-7997" custLinFactNeighborY="-2999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 1 Silhouette"/>
        </a:ext>
      </dgm:extLst>
    </dgm:pt>
    <dgm:pt modelId="{D1AA95C3-C392-43E0-8249-AE319E4C77D4}" type="pres">
      <dgm:prSet presAssocID="{814CDF02-9604-4BCD-83D1-8570362D85C3}" presName="txShp" presStyleLbl="node1" presStyleIdx="0" presStyleCnt="3">
        <dgm:presLayoutVars>
          <dgm:bulletEnabled val="1"/>
        </dgm:presLayoutVars>
      </dgm:prSet>
      <dgm:spPr/>
    </dgm:pt>
    <dgm:pt modelId="{200AF436-C340-4BDA-B1CB-C31B9BC9EFE0}" type="pres">
      <dgm:prSet presAssocID="{EB91908A-66D6-435F-9169-5924B9D72A79}" presName="spacing" presStyleCnt="0"/>
      <dgm:spPr/>
    </dgm:pt>
    <dgm:pt modelId="{5F9E22B3-E8FE-4471-8705-CA309A1E8698}" type="pres">
      <dgm:prSet presAssocID="{AA6C8F67-D9A4-49EA-A052-7CDAB9BE6649}" presName="composite" presStyleCnt="0"/>
      <dgm:spPr/>
    </dgm:pt>
    <dgm:pt modelId="{EE70BBD3-6560-4E62-8770-9994B2D8FD71}" type="pres">
      <dgm:prSet presAssocID="{AA6C8F67-D9A4-49EA-A052-7CDAB9BE6649}" presName="imgShp" presStyleLbl="fgImgPlace1" presStyleIdx="1" presStyleCnt="3" custLinFactNeighborX="-7997" custLinFactNeighborY="1000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bzeichen Silhouette"/>
        </a:ext>
      </dgm:extLst>
    </dgm:pt>
    <dgm:pt modelId="{0A14179A-8EA2-4C06-97EB-1C0CE32D6994}" type="pres">
      <dgm:prSet presAssocID="{AA6C8F67-D9A4-49EA-A052-7CDAB9BE6649}" presName="txShp" presStyleLbl="node1" presStyleIdx="1" presStyleCnt="3" custLinFactNeighborX="-32" custLinFactNeighborY="2999">
        <dgm:presLayoutVars>
          <dgm:bulletEnabled val="1"/>
        </dgm:presLayoutVars>
      </dgm:prSet>
      <dgm:spPr/>
    </dgm:pt>
    <dgm:pt modelId="{75B6D937-F529-4C74-847B-D43E2F707FB4}" type="pres">
      <dgm:prSet presAssocID="{EC510927-B5CD-4B9E-A349-3FCD1A5A375D}" presName="spacing" presStyleCnt="0"/>
      <dgm:spPr/>
    </dgm:pt>
    <dgm:pt modelId="{BC78D22D-90DF-4527-9101-B1F2EBFE9D69}" type="pres">
      <dgm:prSet presAssocID="{8F6AF1EF-9078-420F-802B-2CA9E0C96ECC}" presName="composite" presStyleCnt="0"/>
      <dgm:spPr/>
    </dgm:pt>
    <dgm:pt modelId="{CF603907-BB66-4C84-9C91-6C14675F0771}" type="pres">
      <dgm:prSet presAssocID="{8F6AF1EF-9078-420F-802B-2CA9E0C96ECC}" presName="imgShp" presStyleLbl="fgImgPlac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 3 Silhouette"/>
        </a:ext>
      </dgm:extLst>
    </dgm:pt>
    <dgm:pt modelId="{1069050F-71A0-49D1-812A-FEC343468DA3}" type="pres">
      <dgm:prSet presAssocID="{8F6AF1EF-9078-420F-802B-2CA9E0C96ECC}" presName="txShp" presStyleLbl="node1" presStyleIdx="2" presStyleCnt="3">
        <dgm:presLayoutVars>
          <dgm:bulletEnabled val="1"/>
        </dgm:presLayoutVars>
      </dgm:prSet>
      <dgm:spPr/>
    </dgm:pt>
  </dgm:ptLst>
  <dgm:cxnLst>
    <dgm:cxn modelId="{43F2FC2F-8FD0-4760-802C-B0C4E3953C9C}" srcId="{0C424AEC-E1D0-4F42-845B-0B9A27AF589A}" destId="{814CDF02-9604-4BCD-83D1-8570362D85C3}" srcOrd="0" destOrd="0" parTransId="{27F03635-60DB-4E60-9D6C-D1B253D1CAD5}" sibTransId="{EB91908A-66D6-435F-9169-5924B9D72A79}"/>
    <dgm:cxn modelId="{8474BF64-4661-4F0E-9C1C-40DE03B7B32A}" srcId="{0C424AEC-E1D0-4F42-845B-0B9A27AF589A}" destId="{AA6C8F67-D9A4-49EA-A052-7CDAB9BE6649}" srcOrd="1" destOrd="0" parTransId="{E51D9625-5B9D-45A9-B338-EB70D6C12D71}" sibTransId="{EC510927-B5CD-4B9E-A349-3FCD1A5A375D}"/>
    <dgm:cxn modelId="{DA58B745-137D-4011-A5DB-8AFB8556AB30}" type="presOf" srcId="{814CDF02-9604-4BCD-83D1-8570362D85C3}" destId="{D1AA95C3-C392-43E0-8249-AE319E4C77D4}" srcOrd="0" destOrd="0" presId="urn:microsoft.com/office/officeart/2005/8/layout/vList3"/>
    <dgm:cxn modelId="{35887A72-F56F-4A13-97FF-DE299D429615}" type="presOf" srcId="{AA6C8F67-D9A4-49EA-A052-7CDAB9BE6649}" destId="{0A14179A-8EA2-4C06-97EB-1C0CE32D6994}" srcOrd="0" destOrd="0" presId="urn:microsoft.com/office/officeart/2005/8/layout/vList3"/>
    <dgm:cxn modelId="{B2715B9C-855D-4D03-95FB-2B8CFC49EB93}" type="presOf" srcId="{0C424AEC-E1D0-4F42-845B-0B9A27AF589A}" destId="{B40B6B8E-0F99-4378-885D-C33286034AAD}" srcOrd="0" destOrd="0" presId="urn:microsoft.com/office/officeart/2005/8/layout/vList3"/>
    <dgm:cxn modelId="{8032B1C3-3565-4C41-87C0-79FD37D69609}" srcId="{0C424AEC-E1D0-4F42-845B-0B9A27AF589A}" destId="{8F6AF1EF-9078-420F-802B-2CA9E0C96ECC}" srcOrd="2" destOrd="0" parTransId="{9B9CCF2A-D6BD-4A8D-9D1B-550876FED742}" sibTransId="{97D2DFB8-DAAE-4DD0-A853-0FF7FC95F526}"/>
    <dgm:cxn modelId="{2BC5FDE8-8B2F-48FC-9D0A-A5787339DE4B}" type="presOf" srcId="{8F6AF1EF-9078-420F-802B-2CA9E0C96ECC}" destId="{1069050F-71A0-49D1-812A-FEC343468DA3}" srcOrd="0" destOrd="0" presId="urn:microsoft.com/office/officeart/2005/8/layout/vList3"/>
    <dgm:cxn modelId="{75BA787C-D2A1-4C18-8D82-60E3F8BA8D12}" type="presParOf" srcId="{B40B6B8E-0F99-4378-885D-C33286034AAD}" destId="{CADB2C1C-A3C9-4E79-BAD2-B177635B68C4}" srcOrd="0" destOrd="0" presId="urn:microsoft.com/office/officeart/2005/8/layout/vList3"/>
    <dgm:cxn modelId="{7F192C9D-2B42-4F63-8A95-65A158D3FD6E}" type="presParOf" srcId="{CADB2C1C-A3C9-4E79-BAD2-B177635B68C4}" destId="{2454525A-0612-4EAA-BAD5-FEA831D5CA08}" srcOrd="0" destOrd="0" presId="urn:microsoft.com/office/officeart/2005/8/layout/vList3"/>
    <dgm:cxn modelId="{6FAB5956-7C74-498E-9F39-BD419CBEF92A}" type="presParOf" srcId="{CADB2C1C-A3C9-4E79-BAD2-B177635B68C4}" destId="{D1AA95C3-C392-43E0-8249-AE319E4C77D4}" srcOrd="1" destOrd="0" presId="urn:microsoft.com/office/officeart/2005/8/layout/vList3"/>
    <dgm:cxn modelId="{FFB40B76-3171-4296-B93C-D9E02B9DE7B4}" type="presParOf" srcId="{B40B6B8E-0F99-4378-885D-C33286034AAD}" destId="{200AF436-C340-4BDA-B1CB-C31B9BC9EFE0}" srcOrd="1" destOrd="0" presId="urn:microsoft.com/office/officeart/2005/8/layout/vList3"/>
    <dgm:cxn modelId="{5B78651B-77A7-4946-8640-CB03C26F87E0}" type="presParOf" srcId="{B40B6B8E-0F99-4378-885D-C33286034AAD}" destId="{5F9E22B3-E8FE-4471-8705-CA309A1E8698}" srcOrd="2" destOrd="0" presId="urn:microsoft.com/office/officeart/2005/8/layout/vList3"/>
    <dgm:cxn modelId="{98DADC89-940A-40F5-84E6-BD3EDDBBFF7F}" type="presParOf" srcId="{5F9E22B3-E8FE-4471-8705-CA309A1E8698}" destId="{EE70BBD3-6560-4E62-8770-9994B2D8FD71}" srcOrd="0" destOrd="0" presId="urn:microsoft.com/office/officeart/2005/8/layout/vList3"/>
    <dgm:cxn modelId="{CC83E72D-C3F7-4FFF-BD7F-3AAB61E244E7}" type="presParOf" srcId="{5F9E22B3-E8FE-4471-8705-CA309A1E8698}" destId="{0A14179A-8EA2-4C06-97EB-1C0CE32D6994}" srcOrd="1" destOrd="0" presId="urn:microsoft.com/office/officeart/2005/8/layout/vList3"/>
    <dgm:cxn modelId="{A2F4A76B-6C99-40D3-B8E3-CE020271053D}" type="presParOf" srcId="{B40B6B8E-0F99-4378-885D-C33286034AAD}" destId="{75B6D937-F529-4C74-847B-D43E2F707FB4}" srcOrd="3" destOrd="0" presId="urn:microsoft.com/office/officeart/2005/8/layout/vList3"/>
    <dgm:cxn modelId="{E9C5DAEF-9165-4FD4-929C-9232F55DB499}" type="presParOf" srcId="{B40B6B8E-0F99-4378-885D-C33286034AAD}" destId="{BC78D22D-90DF-4527-9101-B1F2EBFE9D69}" srcOrd="4" destOrd="0" presId="urn:microsoft.com/office/officeart/2005/8/layout/vList3"/>
    <dgm:cxn modelId="{33855CDD-56D8-4468-AE2D-3313D12F0BD2}" type="presParOf" srcId="{BC78D22D-90DF-4527-9101-B1F2EBFE9D69}" destId="{CF603907-BB66-4C84-9C91-6C14675F0771}" srcOrd="0" destOrd="0" presId="urn:microsoft.com/office/officeart/2005/8/layout/vList3"/>
    <dgm:cxn modelId="{68A12C66-A967-4AD2-B999-BD3AFCC46E00}" type="presParOf" srcId="{BC78D22D-90DF-4527-9101-B1F2EBFE9D69}" destId="{1069050F-71A0-49D1-812A-FEC343468DA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AA95C3-C392-43E0-8249-AE319E4C77D4}">
      <dsp:nvSpPr>
        <dsp:cNvPr id="0" name=""/>
        <dsp:cNvSpPr/>
      </dsp:nvSpPr>
      <dsp:spPr>
        <a:xfrm rot="10800000">
          <a:off x="2641648" y="329"/>
          <a:ext cx="9295709" cy="1200994"/>
        </a:xfrm>
        <a:prstGeom prst="homePlate">
          <a:avLst/>
        </a:prstGeom>
        <a:solidFill>
          <a:schemeClr val="accent4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9605" tIns="114300" rIns="21336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chemeClr val="tx1"/>
              </a:solidFill>
            </a:rPr>
            <a:t>Can urban soundscapes in Zurich be inferred from geotagged Flickr tags?</a:t>
          </a:r>
        </a:p>
      </dsp:txBody>
      <dsp:txXfrm rot="10800000">
        <a:off x="2941896" y="329"/>
        <a:ext cx="8995461" cy="1200994"/>
      </dsp:txXfrm>
    </dsp:sp>
    <dsp:sp modelId="{2454525A-0612-4EAA-BAD5-FEA831D5CA08}">
      <dsp:nvSpPr>
        <dsp:cNvPr id="0" name=""/>
        <dsp:cNvSpPr/>
      </dsp:nvSpPr>
      <dsp:spPr>
        <a:xfrm>
          <a:off x="1945108" y="0"/>
          <a:ext cx="1200994" cy="1200994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14179A-8EA2-4C06-97EB-1C0CE32D6994}">
      <dsp:nvSpPr>
        <dsp:cNvPr id="0" name=""/>
        <dsp:cNvSpPr/>
      </dsp:nvSpPr>
      <dsp:spPr>
        <a:xfrm rot="10800000">
          <a:off x="2638674" y="1501902"/>
          <a:ext cx="9295709" cy="1200994"/>
        </a:xfrm>
        <a:prstGeom prst="homePlate">
          <a:avLst/>
        </a:prstGeom>
        <a:solidFill>
          <a:schemeClr val="accent4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9605" tIns="114300" rIns="213360" bIns="114300" numCol="1" spcCol="1270" anchor="ctr" anchorCtr="0">
          <a:noAutofit/>
        </a:bodyPr>
        <a:lstStyle/>
        <a:p>
          <a:pPr marL="0" lvl="0" indent="0" algn="ctr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chemeClr val="tx1"/>
              </a:solidFill>
            </a:rPr>
            <a:t>According to the Flickr tags, which noise categories are</a:t>
          </a:r>
          <a:r>
            <a:rPr lang="en-US" sz="3000" kern="1200" dirty="0">
              <a:solidFill>
                <a:schemeClr val="tx1"/>
              </a:solidFill>
              <a:latin typeface="Source Sans Pro"/>
            </a:rPr>
            <a:t> dominant</a:t>
          </a:r>
          <a:r>
            <a:rPr lang="en-US" sz="3000" kern="1200" dirty="0">
              <a:solidFill>
                <a:schemeClr val="tx1"/>
              </a:solidFill>
            </a:rPr>
            <a:t> </a:t>
          </a:r>
          <a:r>
            <a:rPr lang="en-US" sz="3000" kern="1200" dirty="0">
              <a:solidFill>
                <a:schemeClr val="tx1"/>
              </a:solidFill>
              <a:latin typeface="Source Sans Pro"/>
            </a:rPr>
            <a:t>on different</a:t>
          </a:r>
          <a:r>
            <a:rPr lang="en-US" sz="3000" kern="1200" dirty="0">
              <a:solidFill>
                <a:schemeClr val="tx1"/>
              </a:solidFill>
            </a:rPr>
            <a:t> road sections in Zurich</a:t>
          </a:r>
          <a:r>
            <a:rPr lang="en-US" sz="3000" kern="1200" dirty="0">
              <a:solidFill>
                <a:schemeClr val="tx1"/>
              </a:solidFill>
              <a:latin typeface="Source Sans Pro"/>
            </a:rPr>
            <a:t>?</a:t>
          </a:r>
        </a:p>
      </dsp:txBody>
      <dsp:txXfrm rot="10800000">
        <a:off x="2938922" y="1501902"/>
        <a:ext cx="8995461" cy="1200994"/>
      </dsp:txXfrm>
    </dsp:sp>
    <dsp:sp modelId="{EE70BBD3-6560-4E62-8770-9994B2D8FD71}">
      <dsp:nvSpPr>
        <dsp:cNvPr id="0" name=""/>
        <dsp:cNvSpPr/>
      </dsp:nvSpPr>
      <dsp:spPr>
        <a:xfrm>
          <a:off x="1945108" y="1501902"/>
          <a:ext cx="1200994" cy="1200994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82FEE8-FB9A-43E9-A1AB-7B07FE5752F9}">
      <dsp:nvSpPr>
        <dsp:cNvPr id="0" name=""/>
        <dsp:cNvSpPr/>
      </dsp:nvSpPr>
      <dsp:spPr>
        <a:xfrm>
          <a:off x="1357018" y="760"/>
          <a:ext cx="3294657" cy="2191634"/>
        </a:xfrm>
        <a:prstGeom prst="rect">
          <a:avLst/>
        </a:prstGeom>
        <a:solidFill>
          <a:schemeClr val="accent4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800" kern="1200" err="1">
              <a:solidFill>
                <a:schemeClr val="tx1"/>
              </a:solidFill>
            </a:rPr>
            <a:t>Geotagged</a:t>
          </a:r>
          <a:r>
            <a:rPr lang="de-CH" sz="2800" kern="1200">
              <a:solidFill>
                <a:schemeClr val="tx1"/>
              </a:solidFill>
            </a:rPr>
            <a:t> </a:t>
          </a:r>
          <a:r>
            <a:rPr lang="de-CH" sz="2800" kern="1200" err="1">
              <a:solidFill>
                <a:schemeClr val="tx1"/>
              </a:solidFill>
            </a:rPr>
            <a:t>Photos</a:t>
          </a:r>
          <a:r>
            <a:rPr lang="de-CH" sz="2800" kern="1200">
              <a:solidFill>
                <a:schemeClr val="tx1"/>
              </a:solidFill>
            </a:rPr>
            <a:t>: Flickr </a:t>
          </a:r>
          <a:r>
            <a:rPr lang="de-CH" sz="2800" kern="1200" err="1">
              <a:solidFill>
                <a:schemeClr val="tx1"/>
              </a:solidFill>
            </a:rPr>
            <a:t>posts</a:t>
          </a:r>
          <a:endParaRPr lang="en-US" sz="2800" kern="1200">
            <a:solidFill>
              <a:schemeClr val="tx1"/>
            </a:solidFill>
          </a:endParaRPr>
        </a:p>
      </dsp:txBody>
      <dsp:txXfrm>
        <a:off x="1357018" y="760"/>
        <a:ext cx="3294657" cy="2191634"/>
      </dsp:txXfrm>
    </dsp:sp>
    <dsp:sp modelId="{1F56A7A4-C240-40A8-A902-5F000C4D9B0D}">
      <dsp:nvSpPr>
        <dsp:cNvPr id="0" name=""/>
        <dsp:cNvSpPr/>
      </dsp:nvSpPr>
      <dsp:spPr>
        <a:xfrm>
          <a:off x="5017087" y="343"/>
          <a:ext cx="3294657" cy="2192467"/>
        </a:xfrm>
        <a:prstGeom prst="rect">
          <a:avLst/>
        </a:prstGeom>
        <a:solidFill>
          <a:schemeClr val="accent4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800" kern="1200" dirty="0">
              <a:solidFill>
                <a:schemeClr val="tx1"/>
              </a:solidFill>
            </a:rPr>
            <a:t>Streets:</a:t>
          </a:r>
          <a:br>
            <a:rPr lang="de-CH" sz="2800" kern="1200" dirty="0">
              <a:solidFill>
                <a:schemeClr val="tx1"/>
              </a:solidFill>
            </a:rPr>
          </a:br>
          <a:r>
            <a:rPr lang="de-DE" sz="2800" kern="1200" dirty="0">
              <a:solidFill>
                <a:schemeClr val="tx1"/>
              </a:solidFill>
            </a:rPr>
            <a:t>Official Street Directory </a:t>
          </a:r>
          <a:r>
            <a:rPr lang="de-DE" sz="2800" kern="1200" dirty="0" err="1">
              <a:solidFill>
                <a:schemeClr val="tx1"/>
              </a:solidFill>
            </a:rPr>
            <a:t>of</a:t>
          </a:r>
          <a:r>
            <a:rPr lang="de-DE" sz="2800" kern="1200" dirty="0">
              <a:solidFill>
                <a:schemeClr val="tx1"/>
              </a:solidFill>
            </a:rPr>
            <a:t> </a:t>
          </a:r>
          <a:r>
            <a:rPr lang="de-DE" sz="2800" kern="1200" dirty="0" err="1">
              <a:solidFill>
                <a:schemeClr val="tx1"/>
              </a:solidFill>
            </a:rPr>
            <a:t>Switzerland</a:t>
          </a:r>
          <a:endParaRPr lang="en-US" sz="2800" kern="1200" dirty="0">
            <a:solidFill>
              <a:schemeClr val="tx1"/>
            </a:solidFill>
          </a:endParaRPr>
        </a:p>
      </dsp:txBody>
      <dsp:txXfrm>
        <a:off x="5017087" y="343"/>
        <a:ext cx="3294657" cy="2192467"/>
      </dsp:txXfrm>
    </dsp:sp>
    <dsp:sp modelId="{8F45FD47-4940-854B-B1DB-238409D01324}">
      <dsp:nvSpPr>
        <dsp:cNvPr id="0" name=""/>
        <dsp:cNvSpPr/>
      </dsp:nvSpPr>
      <dsp:spPr>
        <a:xfrm>
          <a:off x="3187053" y="2558222"/>
          <a:ext cx="3294657" cy="2191634"/>
        </a:xfrm>
        <a:prstGeom prst="rect">
          <a:avLst/>
        </a:prstGeom>
        <a:solidFill>
          <a:schemeClr val="accent4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800" kern="1200" dirty="0" err="1">
              <a:solidFill>
                <a:schemeClr val="tx1"/>
              </a:solidFill>
            </a:rPr>
            <a:t>Spatial</a:t>
          </a:r>
          <a:r>
            <a:rPr lang="de-CH" sz="2800" kern="1200" dirty="0">
              <a:solidFill>
                <a:schemeClr val="tx1"/>
              </a:solidFill>
            </a:rPr>
            <a:t> </a:t>
          </a:r>
          <a:r>
            <a:rPr lang="de-CH" sz="2800" kern="1200" dirty="0" err="1">
              <a:solidFill>
                <a:schemeClr val="tx1"/>
              </a:solidFill>
            </a:rPr>
            <a:t>boundary</a:t>
          </a:r>
          <a:r>
            <a:rPr lang="de-CH" sz="2800" kern="1200" dirty="0">
              <a:solidFill>
                <a:schemeClr val="tx1"/>
              </a:solidFill>
            </a:rPr>
            <a:t>:</a:t>
          </a:r>
          <a:br>
            <a:rPr lang="de-CH" sz="2800" kern="1200" dirty="0">
              <a:solidFill>
                <a:schemeClr val="tx1"/>
              </a:solidFill>
            </a:rPr>
          </a:br>
          <a:r>
            <a:rPr lang="de-DE" sz="2800" b="0" i="0" kern="1200" dirty="0">
              <a:solidFill>
                <a:schemeClr val="tx1"/>
              </a:solidFill>
            </a:rPr>
            <a:t>Municipal </a:t>
          </a:r>
          <a:r>
            <a:rPr lang="de-DE" sz="2800" b="0" i="0" kern="1200" dirty="0" err="1">
              <a:solidFill>
                <a:schemeClr val="tx1"/>
              </a:solidFill>
            </a:rPr>
            <a:t>boundary</a:t>
          </a:r>
          <a:r>
            <a:rPr lang="de-CH" sz="2800" b="0" i="0" kern="1200" dirty="0">
              <a:solidFill>
                <a:schemeClr val="tx1"/>
              </a:solidFill>
            </a:rPr>
            <a:t> </a:t>
          </a:r>
          <a:r>
            <a:rPr lang="de-CH" sz="2800" b="0" i="0" kern="1200" dirty="0" err="1">
              <a:solidFill>
                <a:schemeClr val="tx1"/>
              </a:solidFill>
            </a:rPr>
            <a:t>of</a:t>
          </a:r>
          <a:r>
            <a:rPr lang="de-CH" sz="2800" b="0" i="0" kern="1200" dirty="0">
              <a:solidFill>
                <a:schemeClr val="tx1"/>
              </a:solidFill>
            </a:rPr>
            <a:t> </a:t>
          </a:r>
          <a:r>
            <a:rPr lang="de-CH" sz="2800" b="0" i="0" kern="1200" dirty="0" err="1">
              <a:solidFill>
                <a:schemeClr val="tx1"/>
              </a:solidFill>
            </a:rPr>
            <a:t>Zurich</a:t>
          </a:r>
          <a:endParaRPr lang="en-US" sz="2800" kern="1200" dirty="0">
            <a:solidFill>
              <a:schemeClr val="tx1"/>
            </a:solidFill>
          </a:endParaRPr>
        </a:p>
      </dsp:txBody>
      <dsp:txXfrm>
        <a:off x="3187053" y="2558222"/>
        <a:ext cx="3294657" cy="21916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AA95C3-C392-43E0-8249-AE319E4C77D4}">
      <dsp:nvSpPr>
        <dsp:cNvPr id="0" name=""/>
        <dsp:cNvSpPr/>
      </dsp:nvSpPr>
      <dsp:spPr>
        <a:xfrm rot="10800000">
          <a:off x="2451744" y="321"/>
          <a:ext cx="8986774" cy="752632"/>
        </a:xfrm>
        <a:prstGeom prst="homePlate">
          <a:avLst/>
        </a:prstGeom>
        <a:solidFill>
          <a:schemeClr val="accent4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1890" tIns="129540" rIns="241808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>
              <a:solidFill>
                <a:schemeClr val="tx1"/>
              </a:solidFill>
            </a:rPr>
            <a:t>Julia: Dividing Street Segments</a:t>
          </a:r>
        </a:p>
      </dsp:txBody>
      <dsp:txXfrm rot="10800000">
        <a:off x="2639902" y="321"/>
        <a:ext cx="8798616" cy="752632"/>
      </dsp:txXfrm>
    </dsp:sp>
    <dsp:sp modelId="{2454525A-0612-4EAA-BAD5-FEA831D5CA08}">
      <dsp:nvSpPr>
        <dsp:cNvPr id="0" name=""/>
        <dsp:cNvSpPr/>
      </dsp:nvSpPr>
      <dsp:spPr>
        <a:xfrm>
          <a:off x="2015239" y="0"/>
          <a:ext cx="752632" cy="752632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14179A-8EA2-4C06-97EB-1C0CE32D6994}">
      <dsp:nvSpPr>
        <dsp:cNvPr id="0" name=""/>
        <dsp:cNvSpPr/>
      </dsp:nvSpPr>
      <dsp:spPr>
        <a:xfrm rot="10800000">
          <a:off x="2448868" y="963683"/>
          <a:ext cx="8986774" cy="752632"/>
        </a:xfrm>
        <a:prstGeom prst="homePlate">
          <a:avLst/>
        </a:prstGeom>
        <a:solidFill>
          <a:schemeClr val="accent4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1890" tIns="129540" rIns="241808" bIns="129540" numCol="1" spcCol="1270" anchor="ctr" anchorCtr="0">
          <a:noAutofit/>
        </a:bodyPr>
        <a:lstStyle/>
        <a:p>
          <a:pPr marL="0" lvl="0" indent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3400" kern="1200" dirty="0">
              <a:solidFill>
                <a:schemeClr val="tx1"/>
              </a:solidFill>
              <a:latin typeface="Source Sans Pro"/>
            </a:rPr>
            <a:t>Muriel: </a:t>
          </a:r>
          <a:r>
            <a:rPr lang="de-CH" sz="3400" kern="1200" dirty="0" err="1">
              <a:solidFill>
                <a:schemeClr val="tx1"/>
              </a:solidFill>
              <a:latin typeface="Source Sans Pro"/>
            </a:rPr>
            <a:t>Creating</a:t>
          </a:r>
          <a:r>
            <a:rPr lang="de-CH" sz="3400" kern="1200" dirty="0">
              <a:solidFill>
                <a:schemeClr val="tx1"/>
              </a:solidFill>
              <a:latin typeface="Source Sans Pro"/>
            </a:rPr>
            <a:t> Buffer</a:t>
          </a:r>
          <a:endParaRPr lang="en-US" sz="3400" kern="1200" dirty="0">
            <a:solidFill>
              <a:schemeClr val="tx1"/>
            </a:solidFill>
            <a:latin typeface="Source Sans Pro"/>
          </a:endParaRPr>
        </a:p>
      </dsp:txBody>
      <dsp:txXfrm rot="10800000">
        <a:off x="2637026" y="963683"/>
        <a:ext cx="8798616" cy="752632"/>
      </dsp:txXfrm>
    </dsp:sp>
    <dsp:sp modelId="{EE70BBD3-6560-4E62-8770-9994B2D8FD71}">
      <dsp:nvSpPr>
        <dsp:cNvPr id="0" name=""/>
        <dsp:cNvSpPr/>
      </dsp:nvSpPr>
      <dsp:spPr>
        <a:xfrm>
          <a:off x="2015239" y="948638"/>
          <a:ext cx="752632" cy="752632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69050F-71A0-49D1-812A-FEC343468DA3}">
      <dsp:nvSpPr>
        <dsp:cNvPr id="0" name=""/>
        <dsp:cNvSpPr/>
      </dsp:nvSpPr>
      <dsp:spPr>
        <a:xfrm rot="10800000">
          <a:off x="2451744" y="1881902"/>
          <a:ext cx="8986774" cy="752632"/>
        </a:xfrm>
        <a:prstGeom prst="homePlate">
          <a:avLst/>
        </a:prstGeom>
        <a:solidFill>
          <a:schemeClr val="accent4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1890" tIns="129540" rIns="241808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3400" kern="1200" dirty="0">
              <a:solidFill>
                <a:schemeClr val="tx1"/>
              </a:solidFill>
            </a:rPr>
            <a:t>Guillermo: Point in Polygon (Buffer)</a:t>
          </a:r>
          <a:endParaRPr lang="en-US" sz="3400" kern="1200" dirty="0">
            <a:solidFill>
              <a:schemeClr val="tx1"/>
            </a:solidFill>
          </a:endParaRPr>
        </a:p>
      </dsp:txBody>
      <dsp:txXfrm rot="10800000">
        <a:off x="2639902" y="1881902"/>
        <a:ext cx="8798616" cy="752632"/>
      </dsp:txXfrm>
    </dsp:sp>
    <dsp:sp modelId="{CF603907-BB66-4C84-9C91-6C14675F0771}">
      <dsp:nvSpPr>
        <dsp:cNvPr id="0" name=""/>
        <dsp:cNvSpPr/>
      </dsp:nvSpPr>
      <dsp:spPr>
        <a:xfrm>
          <a:off x="2075427" y="1881902"/>
          <a:ext cx="752632" cy="752632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29395"/>
            <a:ext cx="4320480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de-CH" sz="900"/>
              <a:t>Kopfzeilentext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37720" y="229395"/>
            <a:ext cx="1243608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EEC665CA-D682-48EC-95D2-126FD6449D65}" type="datetime1">
              <a:rPr lang="de-CH" sz="900" smtClean="0"/>
              <a:t>23.04.2026</a:t>
            </a:fld>
            <a:endParaRPr lang="de-CH" sz="9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6672" y="8489144"/>
            <a:ext cx="4320480" cy="331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de-CH" sz="900"/>
              <a:t>Fusszeilentext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137720" y="8489146"/>
            <a:ext cx="1243608" cy="33132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2CEDAA2C-602C-494B-9BFF-F0D7FF14E319}" type="slidenum">
              <a:rPr lang="de-CH" sz="900" smtClean="0"/>
              <a:t>‹Nr.›</a:t>
            </a:fld>
            <a:endParaRPr lang="de-CH" sz="900"/>
          </a:p>
        </p:txBody>
      </p:sp>
    </p:spTree>
    <p:extLst>
      <p:ext uri="{BB962C8B-B14F-4D97-AF65-F5344CB8AC3E}">
        <p14:creationId xmlns:p14="http://schemas.microsoft.com/office/powerpoint/2010/main" val="16250026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bildplatzhalter 11"/>
          <p:cNvSpPr>
            <a:spLocks noGrp="1" noRot="1" noChangeAspect="1"/>
          </p:cNvSpPr>
          <p:nvPr>
            <p:ph type="sldImg" idx="2"/>
          </p:nvPr>
        </p:nvSpPr>
        <p:spPr>
          <a:xfrm>
            <a:off x="764704" y="899592"/>
            <a:ext cx="5560412" cy="3127732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4"/>
          </p:nvPr>
        </p:nvSpPr>
        <p:spPr>
          <a:xfrm>
            <a:off x="775244" y="8712000"/>
            <a:ext cx="2230428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/>
            </a:lvl1pPr>
          </a:lstStyle>
          <a:p>
            <a:r>
              <a:rPr lang="de-CH"/>
              <a:t>Fusszeilentext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5"/>
          </p:nvPr>
        </p:nvSpPr>
        <p:spPr>
          <a:xfrm>
            <a:off x="5462663" y="8712000"/>
            <a:ext cx="871173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/>
            </a:lvl1pPr>
          </a:lstStyle>
          <a:p>
            <a:fld id="{83C81C81-E364-4366-A610-2DB15FF98538}" type="slidenum">
              <a:rPr lang="de-CH" smtClean="0"/>
              <a:pPr/>
              <a:t>‹Nr.›</a:t>
            </a:fld>
            <a:endParaRPr lang="de-CH"/>
          </a:p>
        </p:txBody>
      </p:sp>
      <p:sp>
        <p:nvSpPr>
          <p:cNvPr id="16" name="Notizenplatzhalter 15"/>
          <p:cNvSpPr>
            <a:spLocks noGrp="1"/>
          </p:cNvSpPr>
          <p:nvPr>
            <p:ph type="body" sz="quarter" idx="3"/>
          </p:nvPr>
        </p:nvSpPr>
        <p:spPr>
          <a:xfrm>
            <a:off x="773424" y="4283968"/>
            <a:ext cx="5560412" cy="4248472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7" name="Datumsplatzhalter 16"/>
          <p:cNvSpPr>
            <a:spLocks noGrp="1"/>
          </p:cNvSpPr>
          <p:nvPr>
            <p:ph type="dt" idx="1"/>
          </p:nvPr>
        </p:nvSpPr>
        <p:spPr>
          <a:xfrm>
            <a:off x="4229809" y="425838"/>
            <a:ext cx="2095308" cy="185722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900"/>
            </a:lvl1pPr>
          </a:lstStyle>
          <a:p>
            <a:fld id="{A17AAF7D-4283-4014-80F4-26E915FEACF8}" type="datetime1">
              <a:rPr lang="de-CH" smtClean="0"/>
              <a:t>23.04.2026</a:t>
            </a:fld>
            <a:endParaRPr lang="de-CH"/>
          </a:p>
        </p:txBody>
      </p:sp>
      <p:sp>
        <p:nvSpPr>
          <p:cNvPr id="18" name="Kopfzeilenplatzhalter 17"/>
          <p:cNvSpPr>
            <a:spLocks noGrp="1"/>
          </p:cNvSpPr>
          <p:nvPr>
            <p:ph type="hdr" sz="quarter"/>
          </p:nvPr>
        </p:nvSpPr>
        <p:spPr>
          <a:xfrm>
            <a:off x="764704" y="432000"/>
            <a:ext cx="3249080" cy="17956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900"/>
            </a:lvl1pPr>
          </a:lstStyle>
          <a:p>
            <a:r>
              <a:rPr lang="de-CH"/>
              <a:t>Kopfzeilentext</a:t>
            </a:r>
          </a:p>
        </p:txBody>
      </p:sp>
    </p:spTree>
    <p:extLst>
      <p:ext uri="{BB962C8B-B14F-4D97-AF65-F5344CB8AC3E}">
        <p14:creationId xmlns:p14="http://schemas.microsoft.com/office/powerpoint/2010/main" val="31170970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spcAft>
        <a:spcPts val="60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177800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57188" indent="-17938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534988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720725" indent="-18573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our</a:t>
            </a:r>
            <a:r>
              <a:rPr lang="de-DE"/>
              <a:t> </a:t>
            </a:r>
            <a:r>
              <a:rPr lang="de-DE" err="1"/>
              <a:t>project</a:t>
            </a:r>
            <a:r>
              <a:rPr lang="de-DE"/>
              <a:t> </a:t>
            </a:r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want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replicate</a:t>
            </a:r>
            <a:r>
              <a:rPr lang="de-DE"/>
              <a:t> </a:t>
            </a:r>
            <a:r>
              <a:rPr lang="de-DE" err="1"/>
              <a:t>this</a:t>
            </a:r>
            <a:r>
              <a:rPr lang="de-DE"/>
              <a:t> </a:t>
            </a:r>
            <a:r>
              <a:rPr lang="de-DE" err="1"/>
              <a:t>study</a:t>
            </a:r>
            <a:r>
              <a:rPr lang="de-DE"/>
              <a:t> on a </a:t>
            </a:r>
            <a:r>
              <a:rPr lang="de-DE" err="1"/>
              <a:t>smaller</a:t>
            </a:r>
            <a:r>
              <a:rPr lang="de-DE"/>
              <a:t> </a:t>
            </a:r>
            <a:r>
              <a:rPr lang="de-DE" err="1"/>
              <a:t>scale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Zurich</a:t>
            </a:r>
            <a:endParaRPr lang="de-DE"/>
          </a:p>
          <a:p>
            <a:endParaRPr lang="de-DE"/>
          </a:p>
          <a:p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this</a:t>
            </a:r>
            <a:r>
              <a:rPr lang="de-DE"/>
              <a:t> </a:t>
            </a:r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defined</a:t>
            </a:r>
            <a:r>
              <a:rPr lang="de-DE"/>
              <a:t> 4 </a:t>
            </a:r>
            <a:r>
              <a:rPr lang="de-DE" err="1"/>
              <a:t>research</a:t>
            </a:r>
            <a:r>
              <a:rPr lang="de-DE"/>
              <a:t> </a:t>
            </a:r>
            <a:r>
              <a:rPr lang="de-DE" err="1"/>
              <a:t>questions</a:t>
            </a:r>
            <a:r>
              <a:rPr lang="de-DE"/>
              <a:t> </a:t>
            </a:r>
            <a:r>
              <a:rPr lang="de-DE" err="1"/>
              <a:t>which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</a:t>
            </a:r>
            <a:r>
              <a:rPr lang="de-DE" err="1"/>
              <a:t>building</a:t>
            </a:r>
            <a:r>
              <a:rPr lang="de-DE"/>
              <a:t> on </a:t>
            </a:r>
            <a:r>
              <a:rPr lang="de-DE" err="1"/>
              <a:t>each</a:t>
            </a:r>
            <a:r>
              <a:rPr lang="de-DE"/>
              <a:t> </a:t>
            </a:r>
            <a:r>
              <a:rPr lang="de-DE" err="1"/>
              <a:t>other</a:t>
            </a:r>
            <a:r>
              <a:rPr lang="de-DE"/>
              <a:t>.</a:t>
            </a:r>
          </a:p>
          <a:p>
            <a:endParaRPr lang="de-DE"/>
          </a:p>
          <a:p>
            <a:r>
              <a:rPr lang="de-DE" err="1"/>
              <a:t>Similar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Aillo</a:t>
            </a:r>
            <a:r>
              <a:rPr lang="de-DE"/>
              <a:t> et al., </a:t>
            </a:r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want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examine</a:t>
            </a:r>
            <a:r>
              <a:rPr lang="de-DE"/>
              <a:t> </a:t>
            </a:r>
            <a:r>
              <a:rPr lang="de-DE" err="1"/>
              <a:t>if</a:t>
            </a:r>
            <a:r>
              <a:rPr lang="de-DE"/>
              <a:t> </a:t>
            </a:r>
            <a:r>
              <a:rPr lang="de-DE" err="1"/>
              <a:t>soundscapes</a:t>
            </a:r>
            <a:r>
              <a:rPr lang="de-DE"/>
              <a:t> in </a:t>
            </a:r>
            <a:r>
              <a:rPr lang="de-DE" err="1"/>
              <a:t>Zurich</a:t>
            </a:r>
            <a:r>
              <a:rPr lang="de-DE"/>
              <a:t> </a:t>
            </a:r>
            <a:r>
              <a:rPr lang="de-DE" err="1"/>
              <a:t>infer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geotagged</a:t>
            </a:r>
            <a:r>
              <a:rPr lang="de-DE"/>
              <a:t> Flickr Tags. </a:t>
            </a:r>
            <a:br>
              <a:rPr lang="de-DE"/>
            </a:br>
            <a:r>
              <a:rPr lang="de-DE" err="1"/>
              <a:t>If</a:t>
            </a:r>
            <a:r>
              <a:rPr lang="de-DE"/>
              <a:t> Flickr tags </a:t>
            </a:r>
            <a:r>
              <a:rPr lang="de-DE" err="1"/>
              <a:t>are</a:t>
            </a:r>
            <a:r>
              <a:rPr lang="de-DE"/>
              <a:t> </a:t>
            </a:r>
            <a:r>
              <a:rPr lang="de-DE" err="1"/>
              <a:t>representative</a:t>
            </a:r>
            <a:r>
              <a:rPr lang="de-DE"/>
              <a:t>, </a:t>
            </a:r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then</a:t>
            </a:r>
            <a:r>
              <a:rPr lang="de-DE"/>
              <a:t> </a:t>
            </a:r>
            <a:r>
              <a:rPr lang="de-DE" err="1"/>
              <a:t>want</a:t>
            </a:r>
            <a:r>
              <a:rPr lang="de-DE"/>
              <a:t> </a:t>
            </a:r>
            <a:r>
              <a:rPr lang="de-DE" err="1"/>
              <a:t>examine</a:t>
            </a:r>
            <a:r>
              <a:rPr lang="de-DE"/>
              <a:t> </a:t>
            </a:r>
            <a:r>
              <a:rPr lang="de-DE" err="1"/>
              <a:t>which</a:t>
            </a:r>
            <a:r>
              <a:rPr lang="de-DE"/>
              <a:t> </a:t>
            </a:r>
            <a:r>
              <a:rPr lang="de-DE" err="1"/>
              <a:t>noise</a:t>
            </a:r>
            <a:r>
              <a:rPr lang="de-DE"/>
              <a:t> </a:t>
            </a:r>
            <a:r>
              <a:rPr lang="de-DE" err="1"/>
              <a:t>categories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dominant on different </a:t>
            </a:r>
            <a:r>
              <a:rPr lang="de-DE" err="1"/>
              <a:t>road</a:t>
            </a:r>
            <a:r>
              <a:rPr lang="de-DE"/>
              <a:t> </a:t>
            </a:r>
            <a:r>
              <a:rPr lang="de-DE" err="1"/>
              <a:t>sections</a:t>
            </a:r>
            <a:r>
              <a:rPr lang="de-DE"/>
              <a:t> in </a:t>
            </a:r>
            <a:r>
              <a:rPr lang="de-DE" err="1"/>
              <a:t>Zurich</a:t>
            </a:r>
            <a:r>
              <a:rPr lang="de-DE"/>
              <a:t>. </a:t>
            </a:r>
          </a:p>
          <a:p>
            <a:r>
              <a:rPr lang="de-DE" err="1"/>
              <a:t>Then</a:t>
            </a:r>
            <a:r>
              <a:rPr lang="de-DE"/>
              <a:t> </a:t>
            </a:r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want</a:t>
            </a:r>
            <a:r>
              <a:rPr lang="de-DE"/>
              <a:t>  </a:t>
            </a:r>
            <a:r>
              <a:rPr lang="de-DE" err="1"/>
              <a:t>analyse</a:t>
            </a:r>
            <a:r>
              <a:rPr lang="de-DE"/>
              <a:t> </a:t>
            </a:r>
            <a:r>
              <a:rPr lang="de-DE" err="1"/>
              <a:t>if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Flicker-</a:t>
            </a:r>
            <a:r>
              <a:rPr lang="de-DE" err="1"/>
              <a:t>derived</a:t>
            </a:r>
            <a:r>
              <a:rPr lang="de-DE"/>
              <a:t> </a:t>
            </a:r>
            <a:r>
              <a:rPr lang="de-DE" err="1"/>
              <a:t>sound</a:t>
            </a:r>
            <a:r>
              <a:rPr lang="de-DE"/>
              <a:t> </a:t>
            </a:r>
            <a:r>
              <a:rPr lang="de-DE" err="1"/>
              <a:t>patterns</a:t>
            </a:r>
            <a:r>
              <a:rPr lang="de-DE"/>
              <a:t> </a:t>
            </a:r>
            <a:r>
              <a:rPr lang="de-DE" err="1"/>
              <a:t>correlate</a:t>
            </a:r>
            <a:r>
              <a:rPr lang="de-DE"/>
              <a:t> </a:t>
            </a:r>
            <a:r>
              <a:rPr lang="de-DE" err="1"/>
              <a:t>wit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official</a:t>
            </a:r>
            <a:r>
              <a:rPr lang="de-DE"/>
              <a:t> </a:t>
            </a:r>
            <a:r>
              <a:rPr lang="de-DE" err="1"/>
              <a:t>noise</a:t>
            </a:r>
            <a:r>
              <a:rPr lang="de-DE"/>
              <a:t> </a:t>
            </a:r>
            <a:r>
              <a:rPr lang="de-DE" err="1"/>
              <a:t>pollution</a:t>
            </a:r>
            <a:r>
              <a:rPr lang="de-DE"/>
              <a:t> </a:t>
            </a:r>
            <a:r>
              <a:rPr lang="de-DE" err="1"/>
              <a:t>dataset</a:t>
            </a:r>
            <a:r>
              <a:rPr lang="de-DE"/>
              <a:t>. </a:t>
            </a:r>
            <a:r>
              <a:rPr lang="de-DE" err="1"/>
              <a:t>There</a:t>
            </a:r>
            <a:r>
              <a:rPr lang="de-DE"/>
              <a:t> </a:t>
            </a:r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want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escpecially</a:t>
            </a:r>
            <a:r>
              <a:rPr lang="de-DE"/>
              <a:t> </a:t>
            </a:r>
            <a:r>
              <a:rPr lang="de-DE" err="1"/>
              <a:t>focus</a:t>
            </a:r>
            <a:r>
              <a:rPr lang="de-DE"/>
              <a:t> on </a:t>
            </a:r>
            <a:r>
              <a:rPr lang="de-DE" err="1"/>
              <a:t>road</a:t>
            </a:r>
            <a:r>
              <a:rPr lang="de-DE"/>
              <a:t> </a:t>
            </a:r>
            <a:r>
              <a:rPr lang="de-DE" err="1"/>
              <a:t>traffic</a:t>
            </a:r>
            <a:r>
              <a:rPr lang="de-DE"/>
              <a:t> </a:t>
            </a:r>
            <a:r>
              <a:rPr lang="de-DE" err="1"/>
              <a:t>noise</a:t>
            </a:r>
            <a:r>
              <a:rPr lang="de-DE"/>
              <a:t>.</a:t>
            </a:r>
          </a:p>
          <a:p>
            <a:r>
              <a:rPr lang="de-DE"/>
              <a:t>As a final </a:t>
            </a:r>
            <a:r>
              <a:rPr lang="de-DE" err="1"/>
              <a:t>step</a:t>
            </a:r>
            <a:r>
              <a:rPr lang="de-DE"/>
              <a:t> </a:t>
            </a:r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</a:t>
            </a:r>
            <a:r>
              <a:rPr lang="de-DE" err="1"/>
              <a:t>going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analyse</a:t>
            </a:r>
            <a:r>
              <a:rPr lang="de-DE"/>
              <a:t> </a:t>
            </a:r>
            <a:r>
              <a:rPr lang="de-DE" err="1"/>
              <a:t>if</a:t>
            </a:r>
            <a:r>
              <a:rPr lang="de-DE"/>
              <a:t> Flick </a:t>
            </a:r>
            <a:r>
              <a:rPr lang="de-DE" err="1"/>
              <a:t>posts</a:t>
            </a:r>
            <a:r>
              <a:rPr lang="de-DE"/>
              <a:t> </a:t>
            </a:r>
            <a:r>
              <a:rPr lang="de-DE" err="1"/>
              <a:t>can</a:t>
            </a:r>
            <a:r>
              <a:rPr lang="de-DE"/>
              <a:t> </a:t>
            </a:r>
            <a:r>
              <a:rPr lang="de-DE" err="1"/>
              <a:t>complement</a:t>
            </a:r>
            <a:r>
              <a:rPr lang="de-DE"/>
              <a:t> traditional urban </a:t>
            </a:r>
            <a:r>
              <a:rPr lang="de-DE" err="1"/>
              <a:t>sound</a:t>
            </a:r>
            <a:r>
              <a:rPr lang="de-DE"/>
              <a:t> </a:t>
            </a:r>
            <a:r>
              <a:rPr lang="de-DE" err="1"/>
              <a:t>monitoring</a:t>
            </a:r>
            <a:r>
              <a:rPr lang="de-DE"/>
              <a:t>.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063558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our</a:t>
            </a:r>
            <a:r>
              <a:rPr lang="de-DE"/>
              <a:t> </a:t>
            </a:r>
            <a:r>
              <a:rPr lang="de-DE" err="1"/>
              <a:t>replication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study</a:t>
            </a:r>
            <a:r>
              <a:rPr lang="de-DE"/>
              <a:t> and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answer</a:t>
            </a:r>
            <a:r>
              <a:rPr lang="de-DE"/>
              <a:t> </a:t>
            </a:r>
            <a:r>
              <a:rPr lang="de-DE" err="1"/>
              <a:t>our</a:t>
            </a:r>
            <a:r>
              <a:rPr lang="de-DE"/>
              <a:t> </a:t>
            </a:r>
            <a:r>
              <a:rPr lang="de-DE" err="1"/>
              <a:t>formulated</a:t>
            </a:r>
            <a:r>
              <a:rPr lang="de-DE"/>
              <a:t> </a:t>
            </a:r>
            <a:r>
              <a:rPr lang="de-DE" err="1"/>
              <a:t>research</a:t>
            </a:r>
            <a:r>
              <a:rPr lang="de-DE"/>
              <a:t> </a:t>
            </a:r>
            <a:r>
              <a:rPr lang="de-DE" err="1"/>
              <a:t>questions</a:t>
            </a:r>
            <a:r>
              <a:rPr lang="de-DE"/>
              <a:t> </a:t>
            </a:r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</a:t>
            </a:r>
            <a:r>
              <a:rPr lang="de-DE" err="1"/>
              <a:t>going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use</a:t>
            </a:r>
            <a:r>
              <a:rPr lang="de-DE"/>
              <a:t> </a:t>
            </a:r>
            <a:r>
              <a:rPr lang="de-DE" err="1"/>
              <a:t>following</a:t>
            </a:r>
            <a:r>
              <a:rPr lang="de-DE"/>
              <a:t> </a:t>
            </a:r>
            <a:r>
              <a:rPr lang="de-DE" err="1"/>
              <a:t>four</a:t>
            </a:r>
            <a:r>
              <a:rPr lang="de-DE"/>
              <a:t> </a:t>
            </a:r>
            <a:r>
              <a:rPr lang="de-DE" err="1"/>
              <a:t>data</a:t>
            </a:r>
            <a:r>
              <a:rPr lang="de-DE"/>
              <a:t> </a:t>
            </a:r>
            <a:r>
              <a:rPr lang="de-DE" err="1"/>
              <a:t>sources</a:t>
            </a:r>
            <a:r>
              <a:rPr lang="de-DE"/>
              <a:t>. </a:t>
            </a:r>
            <a:br>
              <a:rPr lang="de-DE"/>
            </a:br>
            <a:r>
              <a:rPr lang="de-DE"/>
              <a:t>First </a:t>
            </a:r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have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Flickr </a:t>
            </a:r>
            <a:r>
              <a:rPr lang="de-DE" err="1"/>
              <a:t>posts</a:t>
            </a:r>
            <a:r>
              <a:rPr lang="de-DE"/>
              <a:t>, </a:t>
            </a:r>
            <a:r>
              <a:rPr lang="de-DE" err="1"/>
              <a:t>where</a:t>
            </a:r>
            <a:r>
              <a:rPr lang="de-DE"/>
              <a:t> </a:t>
            </a:r>
            <a:r>
              <a:rPr lang="de-DE" err="1"/>
              <a:t>we</a:t>
            </a:r>
            <a:r>
              <a:rPr lang="de-DE"/>
              <a:t> will </a:t>
            </a:r>
            <a:r>
              <a:rPr lang="de-DE" err="1"/>
              <a:t>use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extract</a:t>
            </a:r>
            <a:r>
              <a:rPr lang="de-DE"/>
              <a:t> </a:t>
            </a:r>
            <a:r>
              <a:rPr lang="de-DE" err="1"/>
              <a:t>keywords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sound</a:t>
            </a:r>
            <a:r>
              <a:rPr lang="de-DE"/>
              <a:t> </a:t>
            </a:r>
            <a:r>
              <a:rPr lang="de-DE" err="1"/>
              <a:t>classification</a:t>
            </a:r>
            <a:r>
              <a:rPr lang="de-DE"/>
              <a:t>. </a:t>
            </a:r>
          </a:p>
          <a:p>
            <a:r>
              <a:rPr lang="de-DE"/>
              <a:t>The </a:t>
            </a:r>
            <a:r>
              <a:rPr lang="de-DE" err="1"/>
              <a:t>official</a:t>
            </a:r>
            <a:r>
              <a:rPr lang="de-DE"/>
              <a:t> </a:t>
            </a:r>
            <a:r>
              <a:rPr lang="de-DE" err="1"/>
              <a:t>street</a:t>
            </a:r>
            <a:r>
              <a:rPr lang="de-DE"/>
              <a:t> </a:t>
            </a:r>
            <a:r>
              <a:rPr lang="de-DE" err="1"/>
              <a:t>directiory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Zurich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used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locate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flickr</a:t>
            </a:r>
            <a:r>
              <a:rPr lang="de-DE"/>
              <a:t> </a:t>
            </a:r>
            <a:r>
              <a:rPr lang="de-DE" err="1"/>
              <a:t>posts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road</a:t>
            </a:r>
            <a:r>
              <a:rPr lang="de-DE"/>
              <a:t> </a:t>
            </a:r>
            <a:r>
              <a:rPr lang="de-DE" err="1"/>
              <a:t>sections</a:t>
            </a:r>
            <a:r>
              <a:rPr lang="de-DE"/>
              <a:t>. </a:t>
            </a:r>
            <a:br>
              <a:rPr lang="de-DE"/>
            </a:br>
            <a:r>
              <a:rPr lang="de-DE"/>
              <a:t>But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overall</a:t>
            </a:r>
            <a:r>
              <a:rPr lang="de-DE"/>
              <a:t> </a:t>
            </a:r>
            <a:r>
              <a:rPr lang="de-DE" err="1"/>
              <a:t>define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spatial</a:t>
            </a:r>
            <a:r>
              <a:rPr lang="de-DE"/>
              <a:t> </a:t>
            </a:r>
            <a:r>
              <a:rPr lang="de-DE" err="1"/>
              <a:t>extend</a:t>
            </a:r>
            <a:r>
              <a:rPr lang="de-DE"/>
              <a:t> </a:t>
            </a:r>
            <a:r>
              <a:rPr lang="de-DE" err="1"/>
              <a:t>ot</a:t>
            </a:r>
            <a:r>
              <a:rPr lang="de-DE"/>
              <a:t> </a:t>
            </a:r>
            <a:r>
              <a:rPr lang="de-DE" err="1"/>
              <a:t>zurich</a:t>
            </a:r>
            <a:r>
              <a:rPr lang="de-DE"/>
              <a:t>, </a:t>
            </a:r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use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municipal </a:t>
            </a:r>
            <a:r>
              <a:rPr lang="de-DE" err="1"/>
              <a:t>boundary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zurich</a:t>
            </a:r>
            <a:r>
              <a:rPr lang="de-DE"/>
              <a:t>.</a:t>
            </a:r>
          </a:p>
          <a:p>
            <a:endParaRPr lang="de-DE"/>
          </a:p>
          <a:p>
            <a:r>
              <a:rPr lang="de-DE"/>
              <a:t>As </a:t>
            </a:r>
            <a:r>
              <a:rPr lang="de-DE" err="1"/>
              <a:t>we</a:t>
            </a:r>
            <a:r>
              <a:rPr lang="de-DE"/>
              <a:t> also </a:t>
            </a:r>
            <a:r>
              <a:rPr lang="de-DE" err="1"/>
              <a:t>want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compare</a:t>
            </a:r>
            <a:r>
              <a:rPr lang="de-DE"/>
              <a:t> </a:t>
            </a:r>
            <a:r>
              <a:rPr lang="de-DE" err="1"/>
              <a:t>if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flickr</a:t>
            </a:r>
            <a:r>
              <a:rPr lang="de-DE"/>
              <a:t> </a:t>
            </a:r>
            <a:r>
              <a:rPr lang="de-DE" err="1"/>
              <a:t>derived</a:t>
            </a:r>
            <a:r>
              <a:rPr lang="de-DE"/>
              <a:t> </a:t>
            </a:r>
            <a:r>
              <a:rPr lang="de-DE" err="1"/>
              <a:t>categorization</a:t>
            </a:r>
            <a:r>
              <a:rPr lang="de-DE"/>
              <a:t> </a:t>
            </a:r>
            <a:r>
              <a:rPr lang="de-DE" err="1"/>
              <a:t>correlate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offcial</a:t>
            </a:r>
            <a:r>
              <a:rPr lang="de-DE"/>
              <a:t> </a:t>
            </a:r>
            <a:r>
              <a:rPr lang="de-DE" err="1"/>
              <a:t>noise</a:t>
            </a:r>
            <a:r>
              <a:rPr lang="de-DE"/>
              <a:t> </a:t>
            </a:r>
            <a:r>
              <a:rPr lang="de-DE" err="1"/>
              <a:t>pollution</a:t>
            </a:r>
            <a:r>
              <a:rPr lang="de-DE"/>
              <a:t> </a:t>
            </a:r>
            <a:r>
              <a:rPr lang="de-DE" err="1"/>
              <a:t>dataset</a:t>
            </a:r>
            <a:r>
              <a:rPr lang="de-DE"/>
              <a:t>, </a:t>
            </a:r>
            <a:r>
              <a:rPr lang="de-DE" err="1"/>
              <a:t>we</a:t>
            </a:r>
            <a:r>
              <a:rPr lang="de-DE"/>
              <a:t> also </a:t>
            </a:r>
            <a:r>
              <a:rPr lang="de-DE" err="1"/>
              <a:t>ned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road</a:t>
            </a:r>
            <a:r>
              <a:rPr lang="de-DE"/>
              <a:t> </a:t>
            </a:r>
            <a:r>
              <a:rPr lang="de-DE" err="1"/>
              <a:t>noise</a:t>
            </a:r>
            <a:r>
              <a:rPr lang="de-DE"/>
              <a:t> </a:t>
            </a:r>
            <a:r>
              <a:rPr lang="de-DE" err="1"/>
              <a:t>data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zurich</a:t>
            </a:r>
            <a:r>
              <a:rPr lang="de-DE"/>
              <a:t>. </a:t>
            </a:r>
            <a:br>
              <a:rPr lang="de-DE"/>
            </a:br>
            <a:r>
              <a:rPr lang="de-DE" err="1"/>
              <a:t>Our</a:t>
            </a:r>
            <a:r>
              <a:rPr lang="de-DE"/>
              <a:t> </a:t>
            </a:r>
            <a:r>
              <a:rPr lang="de-DE" err="1"/>
              <a:t>municiplity</a:t>
            </a:r>
            <a:r>
              <a:rPr lang="de-DE"/>
              <a:t> </a:t>
            </a:r>
            <a:r>
              <a:rPr lang="de-DE" err="1"/>
              <a:t>layer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</a:t>
            </a:r>
            <a:r>
              <a:rPr lang="de-DE" err="1"/>
              <a:t>provided</a:t>
            </a:r>
            <a:r>
              <a:rPr lang="de-DE"/>
              <a:t> </a:t>
            </a:r>
            <a:r>
              <a:rPr lang="de-DE" err="1"/>
              <a:t>by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city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zurich</a:t>
            </a:r>
            <a:r>
              <a:rPr lang="de-DE"/>
              <a:t>, </a:t>
            </a:r>
            <a:r>
              <a:rPr lang="de-DE" err="1"/>
              <a:t>whereby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streetnet</a:t>
            </a:r>
            <a:r>
              <a:rPr lang="de-DE"/>
              <a:t> and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noise</a:t>
            </a:r>
            <a:r>
              <a:rPr lang="de-DE"/>
              <a:t> </a:t>
            </a:r>
            <a:r>
              <a:rPr lang="de-DE" err="1"/>
              <a:t>pollution</a:t>
            </a:r>
            <a:r>
              <a:rPr lang="de-DE"/>
              <a:t> </a:t>
            </a:r>
            <a:r>
              <a:rPr lang="de-DE" err="1"/>
              <a:t>data</a:t>
            </a:r>
            <a:r>
              <a:rPr lang="de-DE"/>
              <a:t> </a:t>
            </a:r>
            <a:r>
              <a:rPr lang="de-DE" err="1"/>
              <a:t>we</a:t>
            </a:r>
            <a:r>
              <a:rPr lang="de-DE"/>
              <a:t> will </a:t>
            </a:r>
            <a:r>
              <a:rPr lang="de-DE" err="1"/>
              <a:t>download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map.geo.admin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63868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B1807-F87E-1ACF-F42E-D9BC08724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A6A4861-24E6-2815-4E48-A1EFD06B1F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A2C9DB4-511C-4245-7061-C81FD4C10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>
              <a:cs typeface="Arial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79493A2-0F86-3431-0C38-1510C9E3F5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67720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D0217-1561-7369-C700-46D5D06BA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E68C7CE-C86B-1539-B816-709464075A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1B13702-1186-813F-BC04-CF40628D46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>
              <a:cs typeface="Arial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8E82CE9-EAE5-0081-67F7-71A95F7A26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018118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061758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078845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2A1DB-B344-0515-7940-EE20545CD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BF9C6E-CB82-C37A-6BBA-6FBE84276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CA590F-7FFE-9F64-A662-610749947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D6A46-83FC-7631-B433-C06F45BAEE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01453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Universitätseinh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80000"/>
            <a:ext cx="11652249" cy="551311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3E3DBAEE-ADF3-4E98-BBBA-B274B4B91B06}" type="datetime1">
              <a:rPr lang="en-GB" noProof="0" smtClean="0"/>
              <a:t>23/04/2026</a:t>
            </a:fld>
            <a:endParaRPr lang="en-GB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GEO410 - Urban Waterscapes. Group 5: Valentina Balsarini, Muriel Geissmann, Kathrin Habegger, Casimir Herold, Yannick Wirz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D526C9F-D78C-A1C8-B22D-122736EC2F5E}"/>
              </a:ext>
            </a:extLst>
          </p:cNvPr>
          <p:cNvCxnSpPr/>
          <p:nvPr userDrawn="1"/>
        </p:nvCxnSpPr>
        <p:spPr>
          <a:xfrm>
            <a:off x="2134800" y="268547"/>
            <a:ext cx="0" cy="540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7B00AE1C-C971-C5C1-1DCB-41F3370C34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000" y="273600"/>
            <a:ext cx="3465505" cy="536400"/>
          </a:xfrm>
        </p:spPr>
        <p:txBody>
          <a:bodyPr anchor="ctr"/>
          <a:lstStyle>
            <a:lvl1pPr>
              <a:lnSpc>
                <a:spcPct val="97000"/>
              </a:lnSpc>
              <a:defRPr sz="1300" spc="-20" baseline="0">
                <a:latin typeface="Source Sans Pro SemiBold" panose="020B0603030403020204" pitchFamily="34" charset="0"/>
              </a:defRPr>
            </a:lvl1pPr>
          </a:lstStyle>
          <a:p>
            <a:pPr lvl="0"/>
            <a:r>
              <a:rPr lang="en-GB" noProof="0" err="1"/>
              <a:t>Organisationseinheit</a:t>
            </a:r>
            <a:endParaRPr lang="en-GB" noProof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EEBEE38-90C0-68F8-53F6-37ACBFF105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/>
              <a:t>Insert title</a:t>
            </a:r>
          </a:p>
          <a:p>
            <a:pPr lvl="1"/>
            <a:r>
              <a:rPr lang="en-GB" noProof="0"/>
              <a:t>Level 2 (Subtitle)</a:t>
            </a:r>
          </a:p>
          <a:p>
            <a:pPr lvl="2"/>
            <a:r>
              <a:rPr lang="en-GB" noProof="0"/>
              <a:t>Level 3 (First name Surname/Date)</a:t>
            </a:r>
          </a:p>
        </p:txBody>
      </p:sp>
    </p:spTree>
    <p:extLst>
      <p:ext uri="{BB962C8B-B14F-4D97-AF65-F5344CB8AC3E}">
        <p14:creationId xmlns:p14="http://schemas.microsoft.com/office/powerpoint/2010/main" val="2970711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78185"/>
            <a:ext cx="11652249" cy="551311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 anchorCtr="0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fld id="{75146748-D739-41CC-BFA0-79A7592AC837}" type="datetime1">
              <a:rPr lang="en-GB" noProof="0" smtClean="0"/>
              <a:t>23/04/2026</a:t>
            </a:fld>
            <a:endParaRPr lang="en-GB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/>
              <a:t>GEO410 - Urban Waterscapes. Group 5: Valentina Balsarini, Muriel Geissmann, Kathrin Habegger, Casimir Herold, Yannick Wirz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500B2A4-A548-86D9-6FFA-57A63AC10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/>
              <a:t>Insert title</a:t>
            </a:r>
          </a:p>
          <a:p>
            <a:pPr lvl="1"/>
            <a:r>
              <a:rPr lang="en-GB" noProof="0"/>
              <a:t>Level 2 (Subtitle)</a:t>
            </a:r>
          </a:p>
          <a:p>
            <a:pPr lvl="2"/>
            <a:r>
              <a:rPr lang="en-GB" noProof="0"/>
              <a:t>Level 3 (First name Surname/Date)</a:t>
            </a:r>
          </a:p>
        </p:txBody>
      </p:sp>
    </p:spTree>
    <p:extLst>
      <p:ext uri="{BB962C8B-B14F-4D97-AF65-F5344CB8AC3E}">
        <p14:creationId xmlns:p14="http://schemas.microsoft.com/office/powerpoint/2010/main" val="389188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80000"/>
            <a:ext cx="11652249" cy="49788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01C31EFF-EABA-4259-AE42-77D17FDD638E}" type="datetime1">
              <a:rPr lang="en-GB" noProof="0" smtClean="0"/>
              <a:t>23/04/2026</a:t>
            </a:fld>
            <a:endParaRPr lang="en-GB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GEO410 - Urban Waterscapes. Group 5: Valentina Balsarini, Muriel Geissmann, Kathrin Habegger, Casimir Herold, Yannick Wirz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11DA3BE-00CD-1BA7-A6C5-5D9732DE88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000" y="273600"/>
            <a:ext cx="3465505" cy="536400"/>
          </a:xfrm>
        </p:spPr>
        <p:txBody>
          <a:bodyPr anchor="ctr"/>
          <a:lstStyle>
            <a:lvl1pPr>
              <a:lnSpc>
                <a:spcPct val="97000"/>
              </a:lnSpc>
              <a:defRPr sz="1300" spc="-20" baseline="0">
                <a:latin typeface="Source Sans Pro SemiBold" panose="020B0603030403020204" pitchFamily="34" charset="0"/>
              </a:defRPr>
            </a:lvl1pPr>
          </a:lstStyle>
          <a:p>
            <a:pPr lvl="0"/>
            <a:r>
              <a:rPr lang="en-GB" noProof="0" err="1"/>
              <a:t>Organisationseinheit</a:t>
            </a:r>
            <a:endParaRPr lang="en-GB" noProof="0"/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5A04CBAD-2C4F-A402-4949-1283FB197368}"/>
              </a:ext>
            </a:extLst>
          </p:cNvPr>
          <p:cNvCxnSpPr/>
          <p:nvPr userDrawn="1"/>
        </p:nvCxnSpPr>
        <p:spPr>
          <a:xfrm>
            <a:off x="2134800" y="268547"/>
            <a:ext cx="0" cy="540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22F3AE3-7ACB-2716-808B-C82789FE83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/>
              <a:t>Insert title</a:t>
            </a:r>
          </a:p>
          <a:p>
            <a:pPr lvl="1"/>
            <a:r>
              <a:rPr lang="en-GB" noProof="0"/>
              <a:t>Level 2 (Subtitle)</a:t>
            </a:r>
          </a:p>
          <a:p>
            <a:pPr lvl="2"/>
            <a:r>
              <a:rPr lang="en-GB" noProof="0"/>
              <a:t>Level 3 (First name Surname/Date)</a:t>
            </a:r>
          </a:p>
        </p:txBody>
      </p:sp>
      <p:sp>
        <p:nvSpPr>
          <p:cNvPr id="3" name="Bildplatzhalter 6">
            <a:extLst>
              <a:ext uri="{FF2B5EF4-FFF2-40B4-BE49-F238E27FC236}">
                <a16:creationId xmlns:a16="http://schemas.microsoft.com/office/drawing/2014/main" id="{3E33648C-CA30-D18F-AD19-488B5D38966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710983" y="6224588"/>
            <a:ext cx="1021219" cy="352570"/>
          </a:xfrm>
        </p:spPr>
        <p:txBody>
          <a:bodyPr/>
          <a:lstStyle/>
          <a:p>
            <a:r>
              <a:rPr lang="de-DE"/>
              <a:t>Logo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A15B553A-D76B-BE50-5229-98B3298F67E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155868" y="6224588"/>
            <a:ext cx="1021219" cy="352570"/>
          </a:xfrm>
        </p:spPr>
        <p:txBody>
          <a:bodyPr/>
          <a:lstStyle/>
          <a:p>
            <a:r>
              <a:rPr lang="de-DE"/>
              <a:t>Logo</a:t>
            </a:r>
          </a:p>
        </p:txBody>
      </p:sp>
      <p:cxnSp>
        <p:nvCxnSpPr>
          <p:cNvPr id="10" name="Gerader Verbinder 13">
            <a:extLst>
              <a:ext uri="{FF2B5EF4-FFF2-40B4-BE49-F238E27FC236}">
                <a16:creationId xmlns:a16="http://schemas.microsoft.com/office/drawing/2014/main" id="{C8695E30-C682-657A-CE1E-BCDA5B2D888F}"/>
              </a:ext>
            </a:extLst>
          </p:cNvPr>
          <p:cNvCxnSpPr>
            <a:cxnSpLocks/>
          </p:cNvCxnSpPr>
          <p:nvPr userDrawn="1"/>
        </p:nvCxnSpPr>
        <p:spPr>
          <a:xfrm>
            <a:off x="1491966" y="6246812"/>
            <a:ext cx="0" cy="3373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6">
            <a:extLst>
              <a:ext uri="{FF2B5EF4-FFF2-40B4-BE49-F238E27FC236}">
                <a16:creationId xmlns:a16="http://schemas.microsoft.com/office/drawing/2014/main" id="{D97721AF-771D-3772-A516-40C8BD5539BE}"/>
              </a:ext>
            </a:extLst>
          </p:cNvPr>
          <p:cNvCxnSpPr>
            <a:cxnSpLocks/>
          </p:cNvCxnSpPr>
          <p:nvPr userDrawn="1"/>
        </p:nvCxnSpPr>
        <p:spPr>
          <a:xfrm>
            <a:off x="2951746" y="6246812"/>
            <a:ext cx="0" cy="3373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B7E424F3-B19E-8930-52AC-A85E22C10F2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66098" y="6224588"/>
            <a:ext cx="1021219" cy="352570"/>
          </a:xfrm>
        </p:spPr>
        <p:txBody>
          <a:bodyPr/>
          <a:lstStyle/>
          <a:p>
            <a:r>
              <a:rPr lang="de-DE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872154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273378"/>
            <a:ext cx="11652249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EA18F3A-C61E-4C87-A125-86C4FA9668FC}" type="datetime1">
              <a:rPr lang="en-GB" noProof="0" smtClean="0"/>
              <a:t>23/04/2026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GEO410 - Urban Waterscapes. Group 5: Valentina Balsarini, Muriel Geissmann, Kathrin Habegger, Casimir Herold, Yannick Wirz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2" name="Textplatzhalter 4">
            <a:extLst>
              <a:ext uri="{FF2B5EF4-FFF2-40B4-BE49-F238E27FC236}">
                <a16:creationId xmlns:a16="http://schemas.microsoft.com/office/drawing/2014/main" id="{48EC57F8-2FF9-F2DC-C053-E44A7DBF4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1209675"/>
            <a:ext cx="1983799" cy="1308143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2400" b="1"/>
            </a:lvl1pPr>
            <a:lvl2pPr marL="0" indent="0">
              <a:lnSpc>
                <a:spcPct val="103000"/>
              </a:lnSpc>
              <a:spcBef>
                <a:spcPts val="0"/>
              </a:spcBef>
              <a:buFontTx/>
              <a:buNone/>
              <a:defRPr sz="1600" b="0"/>
            </a:lvl2pPr>
            <a:lvl3pPr>
              <a:lnSpc>
                <a:spcPct val="83000"/>
              </a:lnSpc>
              <a:defRPr sz="4700" b="1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/>
              <a:t>Insert title</a:t>
            </a:r>
          </a:p>
          <a:p>
            <a:pPr lvl="1"/>
            <a:r>
              <a:rPr lang="en-GB" noProof="0"/>
              <a:t>Insert text</a:t>
            </a:r>
          </a:p>
          <a:p>
            <a:pPr lv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3775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4">
            <a:extLst>
              <a:ext uri="{FF2B5EF4-FFF2-40B4-BE49-F238E27FC236}">
                <a16:creationId xmlns:a16="http://schemas.microsoft.com/office/drawing/2014/main" id="{62E6E148-5F7E-6A90-F5E7-CAF43EF2FF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9875" y="866775"/>
            <a:ext cx="11652249" cy="5150546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5EBB6-FFC4-4328-B5F3-BC3E0C434D73}" type="datetime1">
              <a:rPr lang="en-GB" noProof="0" smtClean="0"/>
              <a:t>23/04/2026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GEO410 - Urban Waterscapes. Group 5: Valentina Balsarini, Muriel Geissmann, Kathrin Habegger, Casimir Herold, Yannick Wirz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DD860C-EA71-505B-F39E-701CB8A0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2800"/>
            <a:ext cx="5826000" cy="203300"/>
          </a:xfrm>
        </p:spPr>
        <p:txBody>
          <a:bodyPr anchor="b"/>
          <a:lstStyle>
            <a:lvl1pPr>
              <a:lnSpc>
                <a:spcPct val="109000"/>
              </a:lnSpc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/>
              <a:t>Insert source</a:t>
            </a:r>
          </a:p>
        </p:txBody>
      </p:sp>
      <p:sp>
        <p:nvSpPr>
          <p:cNvPr id="3" name="Textplatzhalter 4">
            <a:extLst>
              <a:ext uri="{FF2B5EF4-FFF2-40B4-BE49-F238E27FC236}">
                <a16:creationId xmlns:a16="http://schemas.microsoft.com/office/drawing/2014/main" id="{7737E4CB-5032-63D9-B015-478DD21B13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4154437"/>
            <a:ext cx="1389084" cy="949904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2400" b="1"/>
            </a:lvl1pPr>
            <a:lvl2pPr marL="0" indent="0">
              <a:lnSpc>
                <a:spcPct val="103000"/>
              </a:lnSpc>
              <a:spcBef>
                <a:spcPts val="0"/>
              </a:spcBef>
              <a:buFontTx/>
              <a:buNone/>
              <a:defRPr sz="1600" b="0"/>
            </a:lvl2pPr>
            <a:lvl3pPr>
              <a:lnSpc>
                <a:spcPct val="83000"/>
              </a:lnSpc>
              <a:defRPr sz="4700" b="1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1"/>
            <a:r>
              <a:rPr lang="en-GB" noProof="0"/>
              <a:t>Insert text</a:t>
            </a:r>
          </a:p>
          <a:p>
            <a:pPr lv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7703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289224"/>
            <a:ext cx="11650663" cy="5935364"/>
          </a:xfrm>
          <a:solidFill>
            <a:schemeClr val="accent1"/>
          </a:solidFill>
        </p:spPr>
        <p:txBody>
          <a:bodyPr tIns="324000" rIns="0" anchor="t"/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50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174625" indent="-174625" algn="r">
              <a:buFont typeface="Source Sans Pro" panose="020B0503030403020204" pitchFamily="34" charset="0"/>
              <a:buChar char="―"/>
              <a:defRPr/>
            </a:lvl2pPr>
            <a:lvl3pPr marL="360363" indent="-185738" algn="r">
              <a:buFont typeface="Source Sans Pro" panose="020B0503030403020204" pitchFamily="34" charset="0"/>
              <a:buChar char="―"/>
              <a:defRPr/>
            </a:lvl3pPr>
            <a:lvl4pPr marL="534988" indent="-174625" algn="r">
              <a:buFont typeface="Source Sans Pro" panose="020B0503030403020204" pitchFamily="34" charset="0"/>
              <a:buChar char="―"/>
              <a:defRPr/>
            </a:lvl4pPr>
            <a:lvl5pPr marL="719138" indent="-184150" algn="r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de-CH"/>
              <a:t>0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5FE9-AFD5-4E43-AF99-B51B0F851E7E}" type="datetime1">
              <a:rPr lang="en-GB" smtClean="0"/>
              <a:t>23/04/2026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GEO410 - Urban Waterscapes. Group 5: Valentina Balsarini, Muriel Geissmann, Kathrin Habegger, Casimir Herold, Yannick Wirz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71409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70744"/>
            <a:ext cx="11650663" cy="51505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52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781B5-BEFB-492B-BA85-5114F4C28692}" type="datetime1">
              <a:rPr lang="en-GB" noProof="0" smtClean="0"/>
              <a:t>23/04/2026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GEO410 - Urban Waterscapes. Group 5: Valentina Balsarini, Muriel Geissmann, Kathrin Habegger, Casimir Herold, Yannick Wirz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DD860C-EA71-505B-F39E-701CB8A0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1289"/>
            <a:ext cx="5826000" cy="2033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479570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66774"/>
            <a:ext cx="9324000" cy="4816476"/>
          </a:xfrm>
        </p:spPr>
        <p:txBody>
          <a:bodyPr anchor="ctr"/>
          <a:lstStyle>
            <a:lvl1pPr>
              <a:lnSpc>
                <a:spcPct val="97000"/>
              </a:lnSpc>
              <a:spcBef>
                <a:spcPts val="0"/>
              </a:spcBef>
              <a:defRPr sz="3000"/>
            </a:lvl1pPr>
            <a:lvl2pPr>
              <a:lnSpc>
                <a:spcPct val="97000"/>
              </a:lnSpc>
              <a:spcBef>
                <a:spcPts val="1000"/>
              </a:spcBef>
              <a:defRPr sz="3000"/>
            </a:lvl2pPr>
            <a:lvl3pPr>
              <a:lnSpc>
                <a:spcPct val="97000"/>
              </a:lnSpc>
              <a:spcBef>
                <a:spcPts val="1000"/>
              </a:spcBef>
              <a:defRPr sz="3000"/>
            </a:lvl3pPr>
            <a:lvl4pPr>
              <a:lnSpc>
                <a:spcPct val="97000"/>
              </a:lnSpc>
              <a:spcBef>
                <a:spcPts val="1000"/>
              </a:spcBef>
              <a:defRPr sz="3000"/>
            </a:lvl4pPr>
            <a:lvl5pPr>
              <a:lnSpc>
                <a:spcPct val="97000"/>
              </a:lnSpc>
              <a:spcBef>
                <a:spcPts val="1000"/>
              </a:spcBef>
              <a:defRPr sz="3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920B-8D81-4B51-9E42-2341981AE810}" type="datetime1">
              <a:rPr lang="en-GB" noProof="0" smtClean="0"/>
              <a:t>23/04/2026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GEO410 - Urban Waterscapes. Group 5: Valentina Balsarini, Muriel Geissmann, Kathrin Habegger, Casimir Herold, Yannick Wirz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‹Nr.›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62266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799"/>
            <a:ext cx="5722937" cy="6219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Insert chapter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271463" y="866774"/>
            <a:ext cx="5722937" cy="5133447"/>
          </a:xfrm>
        </p:spPr>
        <p:txBody>
          <a:bodyPr/>
          <a:lstStyle>
            <a:lvl1pPr>
              <a:defRPr sz="16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4C15B-7D4B-49D6-B4D6-2D196064685D}" type="datetime1">
              <a:rPr lang="en-GB" noProof="0" smtClean="0"/>
              <a:t>23/04/2026</a:t>
            </a:fld>
            <a:endParaRPr lang="en-GB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GEO410 - Urban Waterscapes. Group 5: Valentina Balsarini, Muriel Geissmann, Kathrin Habegger, Casimir Herold, Yannick Wirz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08660E-5135-A84E-B689-DDFA75A72BB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7600" y="242888"/>
            <a:ext cx="5722937" cy="5981700"/>
          </a:xfrm>
        </p:spPr>
        <p:txBody>
          <a:bodyPr/>
          <a:lstStyle>
            <a:lvl1pPr>
              <a:defRPr sz="16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958C9C6E-122D-B369-EB0B-2386BA817C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9875" y="6000221"/>
            <a:ext cx="5722937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3318625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949A47D-86DA-4DE3-8247-251C100A3EF1}" type="datetime1">
              <a:rPr lang="en-GB" noProof="0" smtClean="0"/>
              <a:t>23/04/2026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GEO410 - Urban Waterscapes. Group 5: Valentina Balsarini, Muriel Geissmann, Kathrin Habegger, Casimir Herold, Yannick Wirz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1462" y="1371600"/>
            <a:ext cx="5724000" cy="4628621"/>
          </a:xfrm>
        </p:spPr>
        <p:txBody>
          <a:bodyPr/>
          <a:lstStyle>
            <a:lvl1pPr>
              <a:spcAft>
                <a:spcPts val="0"/>
              </a:spcAft>
              <a:defRPr sz="16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defRPr sz="16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defRPr sz="1600"/>
            </a:lvl3pPr>
            <a:lvl4pPr marL="1090800" indent="-226800">
              <a:spcBef>
                <a:spcPts val="1000"/>
              </a:spcBef>
              <a:spcAft>
                <a:spcPts val="0"/>
              </a:spcAft>
              <a:defRPr sz="1600"/>
            </a:lvl4pPr>
            <a:lvl5pPr marL="1522800" indent="-342000">
              <a:spcBef>
                <a:spcPts val="1000"/>
              </a:spcBef>
              <a:spcAft>
                <a:spcPts val="0"/>
              </a:spcAft>
              <a:defRPr sz="16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84556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/>
              <a:t>Insert chapter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00221"/>
            <a:ext cx="5734380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4169781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Inhalte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2E83A1-C5E3-46EE-AF5F-DA38A0AEC8C4}" type="datetime1">
              <a:rPr lang="en-GB" noProof="0" smtClean="0"/>
              <a:t>23/04/2026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GEO410 - Urban Waterscapes. Group 5: Valentina Balsarini, Muriel Geissmann, Kathrin Habegger, Casimir Herold, Yannick Wirz</a:t>
            </a:r>
            <a:endParaRPr lang="en-GB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84556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/>
              <a:t>Insert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2800"/>
            <a:ext cx="5734380" cy="205200"/>
          </a:xfrm>
        </p:spPr>
        <p:txBody>
          <a:bodyPr anchor="b"/>
          <a:lstStyle>
            <a:lvl1pPr>
              <a:lnSpc>
                <a:spcPct val="109000"/>
              </a:lnSpc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/>
              <a:t>Insert source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D08B5C7-0B72-0F94-738C-A9B735A2519D}"/>
              </a:ext>
            </a:extLst>
          </p:cNvPr>
          <p:cNvCxnSpPr>
            <a:cxnSpLocks/>
          </p:cNvCxnSpPr>
          <p:nvPr userDrawn="1"/>
        </p:nvCxnSpPr>
        <p:spPr>
          <a:xfrm>
            <a:off x="273050" y="515507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6987E16-61C3-F16E-EBD2-164E17176CF4}"/>
              </a:ext>
            </a:extLst>
          </p:cNvPr>
          <p:cNvCxnSpPr>
            <a:cxnSpLocks/>
          </p:cNvCxnSpPr>
          <p:nvPr userDrawn="1"/>
        </p:nvCxnSpPr>
        <p:spPr>
          <a:xfrm>
            <a:off x="3228366" y="51550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B7071907-BBD2-40D4-55E0-1E83C4F6D6BC}"/>
              </a:ext>
            </a:extLst>
          </p:cNvPr>
          <p:cNvCxnSpPr>
            <a:cxnSpLocks/>
          </p:cNvCxnSpPr>
          <p:nvPr userDrawn="1"/>
        </p:nvCxnSpPr>
        <p:spPr>
          <a:xfrm>
            <a:off x="3233129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2CE74047-F734-D6A9-08E0-D291395944F0}"/>
              </a:ext>
            </a:extLst>
          </p:cNvPr>
          <p:cNvCxnSpPr>
            <a:cxnSpLocks/>
          </p:cNvCxnSpPr>
          <p:nvPr userDrawn="1"/>
        </p:nvCxnSpPr>
        <p:spPr>
          <a:xfrm>
            <a:off x="276265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5E45E1AF-C792-F20E-F289-890F955A6D57}"/>
              </a:ext>
            </a:extLst>
          </p:cNvPr>
          <p:cNvCxnSpPr>
            <a:cxnSpLocks/>
          </p:cNvCxnSpPr>
          <p:nvPr userDrawn="1"/>
        </p:nvCxnSpPr>
        <p:spPr>
          <a:xfrm>
            <a:off x="273449" y="172635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98DB0037-139C-0385-E03A-306D5169233B}"/>
              </a:ext>
            </a:extLst>
          </p:cNvPr>
          <p:cNvCxnSpPr>
            <a:cxnSpLocks/>
          </p:cNvCxnSpPr>
          <p:nvPr userDrawn="1"/>
        </p:nvCxnSpPr>
        <p:spPr>
          <a:xfrm>
            <a:off x="3230961" y="1721590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platzhalter 27">
            <a:extLst>
              <a:ext uri="{FF2B5EF4-FFF2-40B4-BE49-F238E27FC236}">
                <a16:creationId xmlns:a16="http://schemas.microsoft.com/office/drawing/2014/main" id="{30017B53-05EC-3989-249C-664AD90907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30670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37" name="Textplatzhalter 27">
            <a:extLst>
              <a:ext uri="{FF2B5EF4-FFF2-40B4-BE49-F238E27FC236}">
                <a16:creationId xmlns:a16="http://schemas.microsoft.com/office/drawing/2014/main" id="{714803E2-4C7F-CFE5-7B57-C3F213A3403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3050" y="5310187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38" name="Textplatzhalter 27">
            <a:extLst>
              <a:ext uri="{FF2B5EF4-FFF2-40B4-BE49-F238E27FC236}">
                <a16:creationId xmlns:a16="http://schemas.microsoft.com/office/drawing/2014/main" id="{9C152131-ED74-0F59-B477-F10CE617C44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2838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41" name="Textplatzhalter 27">
            <a:extLst>
              <a:ext uri="{FF2B5EF4-FFF2-40B4-BE49-F238E27FC236}">
                <a16:creationId xmlns:a16="http://schemas.microsoft.com/office/drawing/2014/main" id="{1182E294-3DAE-8397-D78D-AE19E051369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8075" y="53101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42" name="Textplatzhalter 27">
            <a:extLst>
              <a:ext uri="{FF2B5EF4-FFF2-40B4-BE49-F238E27FC236}">
                <a16:creationId xmlns:a16="http://schemas.microsoft.com/office/drawing/2014/main" id="{F8CA09C2-6A74-C429-81F0-F2CA0C0A8B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8366" y="44043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43" name="Textplatzhalter 27">
            <a:extLst>
              <a:ext uri="{FF2B5EF4-FFF2-40B4-BE49-F238E27FC236}">
                <a16:creationId xmlns:a16="http://schemas.microsoft.com/office/drawing/2014/main" id="{79EF64BE-BAA5-7A03-2892-71B58B0FA7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3050" y="440436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44" name="Textplatzhalter 27">
            <a:extLst>
              <a:ext uri="{FF2B5EF4-FFF2-40B4-BE49-F238E27FC236}">
                <a16:creationId xmlns:a16="http://schemas.microsoft.com/office/drawing/2014/main" id="{B37CF961-4AA4-3E2D-1EEC-751B07F74E7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64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45" name="Textplatzhalter 27">
            <a:extLst>
              <a:ext uri="{FF2B5EF4-FFF2-40B4-BE49-F238E27FC236}">
                <a16:creationId xmlns:a16="http://schemas.microsoft.com/office/drawing/2014/main" id="{A75866BD-D0AA-3041-796D-1EB9B1F3A8A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3128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46" name="Textplatzhalter 27">
            <a:extLst>
              <a:ext uri="{FF2B5EF4-FFF2-40B4-BE49-F238E27FC236}">
                <a16:creationId xmlns:a16="http://schemas.microsoft.com/office/drawing/2014/main" id="{348CBF73-5164-67ED-100D-52F0577F0D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264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48" name="Textplatzhalter 27">
            <a:extLst>
              <a:ext uri="{FF2B5EF4-FFF2-40B4-BE49-F238E27FC236}">
                <a16:creationId xmlns:a16="http://schemas.microsoft.com/office/drawing/2014/main" id="{E413BFB1-BE2B-5698-D056-CFFE93D63A5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3448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49" name="Textplatzhalter 27">
            <a:extLst>
              <a:ext uri="{FF2B5EF4-FFF2-40B4-BE49-F238E27FC236}">
                <a16:creationId xmlns:a16="http://schemas.microsoft.com/office/drawing/2014/main" id="{A6AD1D29-4F20-7C67-177C-5F66137D5C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3448" y="97564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A60B2A3C-D051-ADD5-9279-F6C77B9515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30960" y="97087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264862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E589406-57B4-4E1E-B808-66B3F71D2AAC}" type="datetime1">
              <a:rPr lang="en-GB" noProof="0" smtClean="0"/>
              <a:t>23/04/2026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GEO410 - Urban Waterscapes. Group 5: Valentina Balsarini, Muriel Geissmann, Kathrin Habegger, Casimir Herold, Yannick Wirz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273378"/>
            <a:ext cx="5724000" cy="560164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88400" y="866774"/>
            <a:ext cx="5724000" cy="5357813"/>
          </a:xfrm>
        </p:spPr>
        <p:txBody>
          <a:bodyPr/>
          <a:lstStyle>
            <a:lvl1pPr>
              <a:spcAft>
                <a:spcPts val="0"/>
              </a:spcAft>
              <a:defRPr sz="16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3pPr>
            <a:lvl4pPr marL="101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400" y="244800"/>
            <a:ext cx="5723999" cy="519436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/>
              <a:t>Insert chapter title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DABC8980-79BC-7792-05E5-871BA6059E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9875" y="6029325"/>
            <a:ext cx="5724525" cy="195263"/>
          </a:xfrm>
        </p:spPr>
        <p:txBody>
          <a:bodyPr anchor="b"/>
          <a:lstStyle>
            <a:lvl1pPr>
              <a:defRPr sz="1000" b="1"/>
            </a:lvl1pPr>
            <a:lvl2pPr>
              <a:defRPr sz="1000" b="1"/>
            </a:lvl2pPr>
            <a:lvl3pPr>
              <a:defRPr sz="100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en-GB" noProof="0"/>
              <a:t>Insert caption</a:t>
            </a:r>
          </a:p>
        </p:txBody>
      </p:sp>
    </p:spTree>
    <p:extLst>
      <p:ext uri="{BB962C8B-B14F-4D97-AF65-F5344CB8AC3E}">
        <p14:creationId xmlns:p14="http://schemas.microsoft.com/office/powerpoint/2010/main" val="2774246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, drei Flächen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4">
            <a:extLst>
              <a:ext uri="{FF2B5EF4-FFF2-40B4-BE49-F238E27FC236}">
                <a16:creationId xmlns:a16="http://schemas.microsoft.com/office/drawing/2014/main" id="{5A065272-38F7-A074-824D-FD6B0FAB5CA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866774"/>
            <a:ext cx="5724000" cy="535781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799"/>
            <a:ext cx="11648525" cy="6219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Insert title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BC19A-C10B-4B70-8FD5-36A4B47B3E8B}" type="datetime1">
              <a:rPr lang="en-GB" noProof="0" smtClean="0"/>
              <a:t>23/04/2026</a:t>
            </a:fld>
            <a:endParaRPr lang="en-GB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GEO410 - Urban Waterscapes. Group 5: Valentina Balsarini, Muriel Geissmann, Kathrin Habegger, Casimir Herold, Yannick Wirz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08660E-5135-A84E-B689-DDFA75A72BB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7600" y="2602800"/>
            <a:ext cx="5722937" cy="3621787"/>
          </a:xfrm>
        </p:spPr>
        <p:txBody>
          <a:bodyPr/>
          <a:lstStyle>
            <a:lvl1pPr>
              <a:spcBef>
                <a:spcPts val="1000"/>
              </a:spcBef>
              <a:defRPr sz="1600"/>
            </a:lvl1pPr>
            <a:lvl2pPr marL="226800" indent="-226800">
              <a:spcBef>
                <a:spcPts val="0"/>
              </a:spcBef>
              <a:defRPr sz="1600"/>
            </a:lvl2pPr>
            <a:lvl3pPr marL="658800" indent="-226800">
              <a:spcBef>
                <a:spcPts val="0"/>
              </a:spcBef>
              <a:defRPr sz="1600"/>
            </a:lvl3pPr>
            <a:lvl4pPr marL="1090800" indent="-226800">
              <a:spcBef>
                <a:spcPts val="0"/>
              </a:spcBef>
              <a:defRPr sz="1600"/>
            </a:lvl4pPr>
            <a:lvl5pPr marL="1522800" indent="-226800">
              <a:spcBef>
                <a:spcPts val="0"/>
              </a:spcBef>
              <a:defRPr sz="16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5C25F038-C59A-91D3-5738-FA2D715B1D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8287" y="4738688"/>
            <a:ext cx="4734000" cy="1155600"/>
          </a:xfrm>
          <a:solidFill>
            <a:schemeClr val="bg1"/>
          </a:solidFill>
        </p:spPr>
        <p:txBody>
          <a:bodyPr lIns="180000" anchor="ctr"/>
          <a:lstStyle>
            <a:lvl1pPr>
              <a:lnSpc>
                <a:spcPct val="98000"/>
              </a:lnSpc>
              <a:defRPr sz="2400" b="0"/>
            </a:lvl1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BFFCDAC-C838-ADD4-2284-837AC0DB7D32}"/>
              </a:ext>
            </a:extLst>
          </p:cNvPr>
          <p:cNvSpPr>
            <a:spLocks/>
          </p:cNvSpPr>
          <p:nvPr userDrawn="1"/>
        </p:nvSpPr>
        <p:spPr>
          <a:xfrm>
            <a:off x="6179816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>
              <a:solidFill>
                <a:schemeClr val="bg1"/>
              </a:solidFill>
            </a:endParaRP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5D52F735-79F5-3F42-160A-B27CDCC6ECBC}"/>
              </a:ext>
            </a:extLst>
          </p:cNvPr>
          <p:cNvCxnSpPr>
            <a:cxnSpLocks/>
          </p:cNvCxnSpPr>
          <p:nvPr userDrawn="1"/>
        </p:nvCxnSpPr>
        <p:spPr>
          <a:xfrm>
            <a:off x="6357417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5E8ED3B-58AB-278E-8FA6-54B5367691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79816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50E60B21-008A-2B6B-00EE-55A0A5704EC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79816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/>
              <a:t>0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CAB97A8F-A31B-71A8-6F59-6CF07FEC341B}"/>
              </a:ext>
            </a:extLst>
          </p:cNvPr>
          <p:cNvSpPr>
            <a:spLocks/>
          </p:cNvSpPr>
          <p:nvPr userDrawn="1"/>
        </p:nvSpPr>
        <p:spPr>
          <a:xfrm>
            <a:off x="8161200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>
              <a:solidFill>
                <a:schemeClr val="bg1"/>
              </a:solidFill>
            </a:endParaRP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20494D9F-526C-2E69-E603-70C47570B76A}"/>
              </a:ext>
            </a:extLst>
          </p:cNvPr>
          <p:cNvCxnSpPr>
            <a:cxnSpLocks/>
          </p:cNvCxnSpPr>
          <p:nvPr userDrawn="1"/>
        </p:nvCxnSpPr>
        <p:spPr>
          <a:xfrm>
            <a:off x="8350014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platzhalter 12">
            <a:extLst>
              <a:ext uri="{FF2B5EF4-FFF2-40B4-BE49-F238E27FC236}">
                <a16:creationId xmlns:a16="http://schemas.microsoft.com/office/drawing/2014/main" id="{CD54ACCC-E2D7-61F6-43F8-B08BB0DF890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61200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27" name="Textplatzhalter 12">
            <a:extLst>
              <a:ext uri="{FF2B5EF4-FFF2-40B4-BE49-F238E27FC236}">
                <a16:creationId xmlns:a16="http://schemas.microsoft.com/office/drawing/2014/main" id="{AE30B499-759C-236B-6D1C-6BCA6F207D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61200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/>
              <a:t>0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2C39869D-3DD1-49E4-9B99-D5ADADC37626}"/>
              </a:ext>
            </a:extLst>
          </p:cNvPr>
          <p:cNvSpPr>
            <a:spLocks/>
          </p:cNvSpPr>
          <p:nvPr userDrawn="1"/>
        </p:nvSpPr>
        <p:spPr>
          <a:xfrm>
            <a:off x="10130400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>
              <a:solidFill>
                <a:schemeClr val="bg1"/>
              </a:solidFill>
            </a:endParaRPr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DC74D9E1-33AE-B3A6-62C5-702A8706EDCA}"/>
              </a:ext>
            </a:extLst>
          </p:cNvPr>
          <p:cNvCxnSpPr>
            <a:cxnSpLocks/>
          </p:cNvCxnSpPr>
          <p:nvPr userDrawn="1"/>
        </p:nvCxnSpPr>
        <p:spPr>
          <a:xfrm>
            <a:off x="10319214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platzhalter 12">
            <a:extLst>
              <a:ext uri="{FF2B5EF4-FFF2-40B4-BE49-F238E27FC236}">
                <a16:creationId xmlns:a16="http://schemas.microsoft.com/office/drawing/2014/main" id="{21172486-FB2A-0D37-20BD-766B69EC164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130400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31" name="Textplatzhalter 12">
            <a:extLst>
              <a:ext uri="{FF2B5EF4-FFF2-40B4-BE49-F238E27FC236}">
                <a16:creationId xmlns:a16="http://schemas.microsoft.com/office/drawing/2014/main" id="{A5D721FD-5C54-2030-F7DF-99F78870D3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130400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442525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C41FA64-C4A0-48A0-B50F-DB1BE8233695}" type="datetime1">
              <a:rPr lang="en-GB" noProof="0" smtClean="0"/>
              <a:t>23/04/2026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GEO410 - Urban Waterscapes. Group 5: Valentina Balsarini, Muriel Geissmann, Kathrin Habegger, Casimir Herold, Yannick Wirz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‹Nr.›</a:t>
            </a:fld>
            <a:endParaRPr lang="de-CH" noProof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777660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Insert chapter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0147-2BDE-43C5-91FF-616C429EAF5F}" type="datetime1">
              <a:rPr lang="en-GB" noProof="0" smtClean="0"/>
              <a:t>23/04/2026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GEO410 - Urban Waterscapes. Group 5: Valentina Balsarini, Muriel Geissmann, Kathrin Habegger, Casimir Herold, Yannick Wirz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908720"/>
            <a:ext cx="7701073" cy="531586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79B29A34-DB3C-6631-0D19-C1C5DF5EA28A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53538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14205440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D08B259-4A89-4E36-81A2-49B89DBA6EFE}" type="datetime1">
              <a:rPr lang="en-GB" noProof="0" smtClean="0"/>
              <a:t>23/04/2026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GEO410 - Urban Waterscapes. Group 5: Valentina Balsarini, Muriel Geissmann, Kathrin Habegger, Casimir Herold, Yannick Wirz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A128A8A-1E20-0372-6952-A37B014C02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0379" y="870744"/>
            <a:ext cx="3765600" cy="5353844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E16A7B1-D6D5-1F45-5873-56D50909A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5269"/>
            <a:ext cx="11650662" cy="53105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Insert chapter title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08945CC-0D4F-0056-B059-E53C8D583D7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18452" y="870744"/>
            <a:ext cx="3765600" cy="5353844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91A9BC9-91DF-B4F2-E0C5-C2578FBF892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53538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5713388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8F5E10-53AE-4067-96E0-07299E32C93B}" type="datetime1">
              <a:rPr lang="en-GB" noProof="0" smtClean="0"/>
              <a:t>23/04/2026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GEO410 - Urban Waterscapes. Group 5: Valentina Balsarini, Muriel Geissmann, Kathrin Habegger, Casimir Herold, Yannick Wirz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BB21450C-9A0A-DE52-A711-C6A4E254A2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18452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40369691-93C7-0711-9987-747ABDF5B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56525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A128A8A-1E20-0372-6952-A37B014C02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0379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E16A7B1-D6D5-1F45-5873-56D50909A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5269"/>
            <a:ext cx="11650662" cy="53105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Insert chapter title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08945CC-0D4F-0056-B059-E53C8D583D7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18452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91A9BC9-91DF-B4F2-E0C5-C2578FBF892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7210839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C02450C-8203-4C57-BC5E-CDD4C7523B63}" type="datetime1">
              <a:rPr lang="en-GB" noProof="0" smtClean="0"/>
              <a:t>23/04/2026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GEO410 - Urban Waterscapes. Group 5: Valentina Balsarini, Muriel Geissmann, Kathrin Habegger, Casimir Herold, Yannick Wirz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‹Nr.›</a:t>
            </a:fld>
            <a:endParaRPr lang="de-CH" noProof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BB21450C-9A0A-DE52-A711-C6A4E254A2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18452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40369691-93C7-0711-9987-747ABDF5B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56525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620069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0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First name Surname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220CD-A28A-4779-9A64-30B577A5F3D0}" type="datetime1">
              <a:rPr lang="en-GB" noProof="0" smtClean="0"/>
              <a:t>23/04/2026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GEO410 - Urban Waterscapes. Group 5: Valentina Balsarini, Muriel Geissmann, Kathrin Habegger, Casimir Herold, Yannick Wirz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0379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2115A716-7F0D-6001-BBDA-1C1AF55BDEB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28587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First name Surname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ADAF9B2C-8583-6129-0978-4CC7CC294B4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7506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5E0F70B3-FE43-EB4F-1A26-27C37577C87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85714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First name Surname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D8C6563C-12FB-DB8B-2352-BC6B519F354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94633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B4039616-C526-8550-70B5-FB949E593989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142840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First name Surname</a:t>
            </a:r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51759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304700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eben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81300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First name Surname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534BD-DC82-4719-9982-FF556500D97B}" type="datetime1">
              <a:rPr lang="en-GB" noProof="0" smtClean="0"/>
              <a:t>23/04/2026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GEO410 - Urban Waterscapes. Group 5: Valentina Balsarini, Muriel Geissmann, Kathrin Habegger, Casimir Herold, Yannick Wirz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0378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F20D1239-AC10-7CF3-7460-F409E82CBCF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35845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First name Surname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63E66951-4F0B-CBC1-A3F3-06E36980367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4923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B22D8516-82BF-C968-B99F-F2C48726086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90390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First name Surname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CC380BDB-57AA-395C-97C5-32258AD422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89468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AB12B8A9-2E40-004F-7D4B-DC830830213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144936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First name Surname</a:t>
            </a:r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E8E60EDF-84BC-50DF-DF1D-12535BD165E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44014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271646C3-68B0-05A8-5C65-22D55CE4808F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270797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First name Surname</a:t>
            </a:r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EC544524-67DF-E44E-A80D-DEF20D907A8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69875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E052A1FF-3C1D-18C9-FF8C-91D41AD5E46F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3225342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First name Surname</a:t>
            </a:r>
          </a:p>
        </p:txBody>
      </p:sp>
      <p:sp>
        <p:nvSpPr>
          <p:cNvPr id="31" name="Bildplatzhalter 4">
            <a:extLst>
              <a:ext uri="{FF2B5EF4-FFF2-40B4-BE49-F238E27FC236}">
                <a16:creationId xmlns:a16="http://schemas.microsoft.com/office/drawing/2014/main" id="{CA8F6A59-A25E-5F43-6AC1-01A66F711A9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224420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704FB434-2B9A-C168-61EC-9AE6DBA6CE72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179887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First name Surname</a:t>
            </a:r>
          </a:p>
        </p:txBody>
      </p:sp>
      <p:sp>
        <p:nvSpPr>
          <p:cNvPr id="33" name="Bildplatzhalter 4">
            <a:extLst>
              <a:ext uri="{FF2B5EF4-FFF2-40B4-BE49-F238E27FC236}">
                <a16:creationId xmlns:a16="http://schemas.microsoft.com/office/drawing/2014/main" id="{1D1811AD-FBE2-BBD0-4B34-A096DE429FE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78965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181047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96C0B-4440-4167-B221-275022445BC5}" type="datetime1">
              <a:rPr lang="en-GB" noProof="0" smtClean="0"/>
              <a:t>23/04/2026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GEO410 - Urban Waterscapes. Group 5: Valentina Balsarini, Muriel Geissmann, Kathrin Habegger, Casimir Herold, Yannick Wirz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69875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187440" y="1088740"/>
            <a:ext cx="5734685" cy="4287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280664E-DD47-F588-9AC5-7EF892BCCD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9875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First name Surname</a:t>
            </a:r>
            <a:br>
              <a:rPr lang="en-GB" noProof="0"/>
            </a:br>
            <a:r>
              <a:rPr lang="en-GB" noProof="0"/>
              <a:t>Position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F131E8F-F030-F634-B58C-C4083E313D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241952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CDDB8DD-2426-6FE0-DFEE-6DE9A58F07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41952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First name Surname</a:t>
            </a:r>
            <a:br>
              <a:rPr lang="en-GB" noProof="0"/>
            </a:br>
            <a:r>
              <a:rPr lang="en-GB" noProof="0"/>
              <a:t>Position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983435DF-10F7-65D6-87B3-02DB8987199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16411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C75924EC-5119-BC69-FAE4-4C5FAF979D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16411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First name Surname</a:t>
            </a:r>
            <a:br>
              <a:rPr lang="en-GB" noProof="0"/>
            </a:br>
            <a:r>
              <a:rPr lang="en-GB" noProof="0"/>
              <a:t>Position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8DBCB22B-C5B8-EE52-8843-F6E91485161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75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9A2A0FF-0E7C-DA80-3753-010625EC477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241952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CCD0893B-0A26-A40A-4BEC-E9688A497FA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16411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01C616E-CDC8-43AA-E3EA-1068A02735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4033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First name Surname</a:t>
            </a:r>
            <a:br>
              <a:rPr lang="en-GB" noProof="0"/>
            </a:br>
            <a:r>
              <a:rPr lang="en-GB" noProof="0"/>
              <a:t>Position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329A2272-896A-882E-5158-C54F5F68FD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41952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First name Surname</a:t>
            </a:r>
            <a:br>
              <a:rPr lang="en-GB" noProof="0"/>
            </a:br>
            <a:r>
              <a:rPr lang="en-GB" noProof="0"/>
              <a:t>Position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2522235C-97A4-2633-577F-C6E62223BE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16411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First name Surname</a:t>
            </a:r>
            <a:br>
              <a:rPr lang="en-GB" noProof="0"/>
            </a:br>
            <a:r>
              <a:rPr lang="en-GB" noProof="0"/>
              <a:t>Position</a:t>
            </a:r>
          </a:p>
        </p:txBody>
      </p:sp>
      <p:sp>
        <p:nvSpPr>
          <p:cNvPr id="28" name="Textplatzhalter 7">
            <a:extLst>
              <a:ext uri="{FF2B5EF4-FFF2-40B4-BE49-F238E27FC236}">
                <a16:creationId xmlns:a16="http://schemas.microsoft.com/office/drawing/2014/main" id="{31240D61-DAE3-BD06-237A-C12594445A3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0869" y="5508398"/>
            <a:ext cx="5734685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Team</a:t>
            </a:r>
          </a:p>
        </p:txBody>
      </p:sp>
    </p:spTree>
    <p:extLst>
      <p:ext uri="{BB962C8B-B14F-4D97-AF65-F5344CB8AC3E}">
        <p14:creationId xmlns:p14="http://schemas.microsoft.com/office/powerpoint/2010/main" val="41726659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o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0668F-24AA-461E-9381-BE1D8ED888E0}" type="datetime1">
              <a:rPr lang="en-GB" noProof="0" smtClean="0"/>
              <a:t>23/04/2026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GEO410 - Urban Waterscapes. Group 5: Valentina Balsarini, Muriel Geissmann, Kathrin Habegger, Casimir Herold, Yannick Wirz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82789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1088740"/>
            <a:ext cx="5734685" cy="496916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280664E-DD47-F588-9AC5-7EF892BCCD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82789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F131E8F-F030-F634-B58C-C4083E313D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154866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CDDB8DD-2426-6FE0-DFEE-6DE9A58F07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4866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983435DF-10F7-65D6-87B3-02DB8987199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129325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C75924EC-5119-BC69-FAE4-4C5FAF979D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129325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8DBCB22B-C5B8-EE52-8843-F6E91485161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82789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9A2A0FF-0E7C-DA80-3753-010625EC477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154866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CCD0893B-0A26-A40A-4BEC-E9688A497FA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129325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01C616E-CDC8-43AA-E3EA-1068A02735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86947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329A2272-896A-882E-5158-C54F5F68FD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54866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2522235C-97A4-2633-577F-C6E62223BE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29325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7620271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ud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FF15A-98B4-4116-86B6-ED99E0190061}" type="datetime1">
              <a:rPr lang="en-GB" noProof="0" smtClean="0"/>
              <a:t>23/04/2026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GEO410 - Urban Waterscapes. Group 5: Valentina Balsarini, Muriel Geissmann, Kathrin Habegger, Casimir Herold, Yannick Wirz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866775"/>
            <a:ext cx="7688373" cy="536257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FFC20296-E86A-3879-BD39-9F30E331947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48638" y="866775"/>
            <a:ext cx="3768835" cy="18715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64B2AD41-4DD5-6051-D34F-CA90E2343F5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48638" y="2938463"/>
            <a:ext cx="3768835" cy="293880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D10D92F6-CEED-9778-52E5-5789FA1E21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4000" y="6013950"/>
            <a:ext cx="3768835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Quelle </a:t>
            </a:r>
            <a:r>
              <a:rPr lang="en-GB" noProof="0" err="1"/>
              <a:t>hinzufügen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930016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Texte mit 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1284-E1AD-48C3-95E3-65B9DC22EED7}" type="datetime1">
              <a:rPr lang="en-GB" noProof="0" smtClean="0"/>
              <a:t>23/04/2026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GEO410 - Urban Waterscapes. Group 5: Valentina Balsarini, Muriel Geissmann, Kathrin Habegger, Casimir Herold, Yannick Wirz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56522" y="876298"/>
            <a:ext cx="3765601" cy="5353052"/>
          </a:xfrm>
          <a:noFill/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19B00308-6650-D1AB-F5C5-991F60192BF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69877" y="876299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9" name="Inhaltsplatzhalter 10">
            <a:extLst>
              <a:ext uri="{FF2B5EF4-FFF2-40B4-BE49-F238E27FC236}">
                <a16:creationId xmlns:a16="http://schemas.microsoft.com/office/drawing/2014/main" id="{64747F6A-D136-3EFB-6E19-6A385022B99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13200" y="876298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0" name="Inhaltsplatzhalter 10">
            <a:extLst>
              <a:ext uri="{FF2B5EF4-FFF2-40B4-BE49-F238E27FC236}">
                <a16:creationId xmlns:a16="http://schemas.microsoft.com/office/drawing/2014/main" id="{B3A42B55-571E-7D35-8A1D-2EE06F2B25D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71068" y="2764546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45D49E17-FFEA-350F-4AF4-82760A288C5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214391" y="2764545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3" name="Inhaltsplatzhalter 10">
            <a:extLst>
              <a:ext uri="{FF2B5EF4-FFF2-40B4-BE49-F238E27FC236}">
                <a16:creationId xmlns:a16="http://schemas.microsoft.com/office/drawing/2014/main" id="{02C0735D-E433-CC9E-BA2C-CE7019E863A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67953" y="4647380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4" name="Inhaltsplatzhalter 10">
            <a:extLst>
              <a:ext uri="{FF2B5EF4-FFF2-40B4-BE49-F238E27FC236}">
                <a16:creationId xmlns:a16="http://schemas.microsoft.com/office/drawing/2014/main" id="{57EE092B-F3B3-A0AB-6AF8-3C6F16032461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211276" y="4647379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16602253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ünf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2" y="244800"/>
            <a:ext cx="5760000" cy="1005258"/>
          </a:xfrm>
        </p:spPr>
        <p:txBody>
          <a:bodyPr/>
          <a:lstStyle/>
          <a:p>
            <a:r>
              <a:rPr lang="en-GB" noProof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11B4D-EFF2-4223-AD73-7EE2E72F9C83}" type="datetime1">
              <a:rPr lang="en-GB" noProof="0" smtClean="0"/>
              <a:t>23/04/2026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GEO410 - Urban Waterscapes. Group 5: Valentina Balsarini, Muriel Geissmann, Kathrin Habegger, Casimir Herold, Yannick Wirz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66936" y="13716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2D8CDC-499B-83AC-9951-0F3067D8DB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264568" y="1371600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6BDEB48F-A5F4-E47E-A6CF-964F1398E89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69875" y="3105944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0" name="Bildplatzhalter 4">
            <a:extLst>
              <a:ext uri="{FF2B5EF4-FFF2-40B4-BE49-F238E27FC236}">
                <a16:creationId xmlns:a16="http://schemas.microsoft.com/office/drawing/2014/main" id="{4D8633B6-F883-1298-E515-91B31B28E3A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75" y="4840288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6" name="Bildplatzhalter 4">
            <a:extLst>
              <a:ext uri="{FF2B5EF4-FFF2-40B4-BE49-F238E27FC236}">
                <a16:creationId xmlns:a16="http://schemas.microsoft.com/office/drawing/2014/main" id="{0ED7E5AD-E183-82CD-F090-884A82A4B96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80532" y="13716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560DE703-9043-4D96-9589-6AB1C926574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180532" y="3105944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5B7962-C9CE-24B7-343C-9D504EEF1ADA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2264568" y="3105944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DFF4B996-5BF2-362E-6F3C-0472752C4919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2264568" y="4840288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23CD5622-E8DA-D57A-1F36-A80A2A8ACA69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8184232" y="3105944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60987D4F-9295-E825-B64B-CE16F9CC37E4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8184232" y="1371600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3898624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un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5760000" cy="1005258"/>
          </a:xfrm>
        </p:spPr>
        <p:txBody>
          <a:bodyPr/>
          <a:lstStyle/>
          <a:p>
            <a:r>
              <a:rPr lang="en-GB" noProof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44EEC-249E-4381-BAC8-C35EC6C87B66}" type="datetime1">
              <a:rPr lang="en-GB" noProof="0" smtClean="0"/>
              <a:t>23/04/2026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GEO410 - Urban Waterscapes. Group 5: Valentina Balsarini, Muriel Geissmann, Kathrin Habegger, Casimir Herold, Yannick Wirz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66936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2D8CDC-499B-83AC-9951-0F3067D8DB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1254919" y="158626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622633EA-CE0F-D311-E9F8-E4FF04D03BC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66936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B2222D7F-5144-753F-7AF0-A8D709992A99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1254919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03285094-5EB7-BA03-462D-65224736565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6936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42C14EDF-15BE-41CE-9D5E-3D50F6B67AB4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1254919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DAC93A43-12FF-3F6B-DA7A-A04D2ECA735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02236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A696B000-854E-5397-BD25-46F024ACF0B6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5195900" y="158626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55C6D27-9F7F-A193-A31F-2412FB8334A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202236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80A26B48-243C-9DD6-BDC2-FE40212B1AAE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5195900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0E647CD5-DA5F-6055-1889-45FC8EA8E3A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202236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FFA660F0-3C7A-4C52-196B-D1FC1C4E12F1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5195900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32" name="Bildplatzhalter 4">
            <a:extLst>
              <a:ext uri="{FF2B5EF4-FFF2-40B4-BE49-F238E27FC236}">
                <a16:creationId xmlns:a16="http://schemas.microsoft.com/office/drawing/2014/main" id="{9AE88E45-2228-3BAB-B328-25AE00C8692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148811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8D6A0681-D929-2BA4-D3F8-B3541A94FD81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9136793" y="1586260"/>
            <a:ext cx="2785331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34" name="Bildplatzhalter 4">
            <a:extLst>
              <a:ext uri="{FF2B5EF4-FFF2-40B4-BE49-F238E27FC236}">
                <a16:creationId xmlns:a16="http://schemas.microsoft.com/office/drawing/2014/main" id="{8D809E36-7256-6CC2-0F4B-23E42C6B1426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8148811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FF8DEA4B-FE27-8A9E-FBBB-04944A377343}"/>
              </a:ext>
            </a:extLst>
          </p:cNvPr>
          <p:cNvSpPr>
            <a:spLocks noGrp="1"/>
          </p:cNvSpPr>
          <p:nvPr>
            <p:ph idx="39" hasCustomPrompt="1"/>
          </p:nvPr>
        </p:nvSpPr>
        <p:spPr>
          <a:xfrm>
            <a:off x="9136794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5AC54CE7-1DE9-FCC9-D36F-326C1CC978F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148811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37" name="Inhaltsplatzhalter 2">
            <a:extLst>
              <a:ext uri="{FF2B5EF4-FFF2-40B4-BE49-F238E27FC236}">
                <a16:creationId xmlns:a16="http://schemas.microsoft.com/office/drawing/2014/main" id="{CFFA07EE-B7CC-6673-18A8-938F608DD842}"/>
              </a:ext>
            </a:extLst>
          </p:cNvPr>
          <p:cNvSpPr>
            <a:spLocks noGrp="1"/>
          </p:cNvSpPr>
          <p:nvPr>
            <p:ph idx="41" hasCustomPrompt="1"/>
          </p:nvPr>
        </p:nvSpPr>
        <p:spPr>
          <a:xfrm>
            <a:off x="9136794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10039452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elf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C2EA-5BB9-4BA2-9924-68EB57FE4EE2}" type="datetime1">
              <a:rPr lang="en-GB" noProof="0" smtClean="0"/>
              <a:t>23/04/2026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GEO410 - Urban Waterscapes. Group 5: Valentina Balsarini, Muriel Geissmann, Kathrin Habegger, Casimir Herold, Yannick Wirz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41" name="Inhaltsplatzhalter 30">
            <a:extLst>
              <a:ext uri="{FF2B5EF4-FFF2-40B4-BE49-F238E27FC236}">
                <a16:creationId xmlns:a16="http://schemas.microsoft.com/office/drawing/2014/main" id="{1FE9EFCD-7C86-A7FC-7CBA-C2A928454C0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71463" y="878400"/>
            <a:ext cx="2862063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2" name="Inhaltsplatzhalter 30">
            <a:extLst>
              <a:ext uri="{FF2B5EF4-FFF2-40B4-BE49-F238E27FC236}">
                <a16:creationId xmlns:a16="http://schemas.microsoft.com/office/drawing/2014/main" id="{B5AF2636-78AA-31AE-B767-CD1ED9E3083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131605" y="878400"/>
            <a:ext cx="2962866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3" name="Inhaltsplatzhalter 30">
            <a:extLst>
              <a:ext uri="{FF2B5EF4-FFF2-40B4-BE49-F238E27FC236}">
                <a16:creationId xmlns:a16="http://schemas.microsoft.com/office/drawing/2014/main" id="{8CD2FE50-AB2F-83AF-8B23-1260D26EF81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02458" y="878400"/>
            <a:ext cx="2948569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4" name="Inhaltsplatzhalter 30">
            <a:extLst>
              <a:ext uri="{FF2B5EF4-FFF2-40B4-BE49-F238E27FC236}">
                <a16:creationId xmlns:a16="http://schemas.microsoft.com/office/drawing/2014/main" id="{156B3F99-D56F-6D47-0C38-55E1C209F59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056315" y="878400"/>
            <a:ext cx="2861423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5" name="Inhaltsplatzhalter 30">
            <a:extLst>
              <a:ext uri="{FF2B5EF4-FFF2-40B4-BE49-F238E27FC236}">
                <a16:creationId xmlns:a16="http://schemas.microsoft.com/office/drawing/2014/main" id="{61CB84E3-822D-E7BF-88FA-B6CD8499742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71463" y="4942799"/>
            <a:ext cx="2862063" cy="128179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6" name="Inhaltsplatzhalter 30">
            <a:extLst>
              <a:ext uri="{FF2B5EF4-FFF2-40B4-BE49-F238E27FC236}">
                <a16:creationId xmlns:a16="http://schemas.microsoft.com/office/drawing/2014/main" id="{4BBD1101-501F-08B4-863D-4EC398FF4C2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131605" y="3577319"/>
            <a:ext cx="2962866" cy="2647269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7" name="Inhaltsplatzhalter 30">
            <a:extLst>
              <a:ext uri="{FF2B5EF4-FFF2-40B4-BE49-F238E27FC236}">
                <a16:creationId xmlns:a16="http://schemas.microsoft.com/office/drawing/2014/main" id="{799F2A81-65B3-AA66-95A8-AD7674ADA34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02458" y="3577319"/>
            <a:ext cx="2948569" cy="2647269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8" name="Inhaltsplatzhalter 30">
            <a:extLst>
              <a:ext uri="{FF2B5EF4-FFF2-40B4-BE49-F238E27FC236}">
                <a16:creationId xmlns:a16="http://schemas.microsoft.com/office/drawing/2014/main" id="{CD8C8901-62AC-56A4-B429-1C6C564195B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056315" y="4942798"/>
            <a:ext cx="2861423" cy="128179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9" name="Inhaltsplatzhalter 30">
            <a:extLst>
              <a:ext uri="{FF2B5EF4-FFF2-40B4-BE49-F238E27FC236}">
                <a16:creationId xmlns:a16="http://schemas.microsoft.com/office/drawing/2014/main" id="{FC91EDA6-5E9C-6D6C-EF9F-C7F0B68C4C0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71463" y="3577319"/>
            <a:ext cx="2862063" cy="1361404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50" name="Inhaltsplatzhalter 30">
            <a:extLst>
              <a:ext uri="{FF2B5EF4-FFF2-40B4-BE49-F238E27FC236}">
                <a16:creationId xmlns:a16="http://schemas.microsoft.com/office/drawing/2014/main" id="{51E99161-B839-91BE-206F-89792AD5F92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56315" y="3577319"/>
            <a:ext cx="2861423" cy="136080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31085434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4" y="244800"/>
            <a:ext cx="3762090" cy="1005258"/>
          </a:xfrm>
        </p:spPr>
        <p:txBody>
          <a:bodyPr/>
          <a:lstStyle/>
          <a:p>
            <a:r>
              <a:rPr lang="en-GB" noProof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8D14A-D7A6-4C23-996D-F90643068101}" type="datetime1">
              <a:rPr lang="en-GB" noProof="0" smtClean="0"/>
              <a:t>23/04/2026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GEO410 - Urban Waterscapes. Group 5: Valentina Balsarini, Muriel Geissmann, Kathrin Habegger, Casimir Herold, Yannick Wirz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19B00308-6650-D1AB-F5C5-991F60192BF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69877" y="1371601"/>
            <a:ext cx="3765600" cy="15173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E8901B72-CDFB-6B04-2999-9B4D3BECDEB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222638" y="273051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6" name="Inhaltsplatzhalter 10">
            <a:extLst>
              <a:ext uri="{FF2B5EF4-FFF2-40B4-BE49-F238E27FC236}">
                <a16:creationId xmlns:a16="http://schemas.microsoft.com/office/drawing/2014/main" id="{5F7462AF-9418-FBED-AE2B-9097CD9893A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22638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93722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8" name="Inhaltsplatzhalter 10">
            <a:extLst>
              <a:ext uri="{FF2B5EF4-FFF2-40B4-BE49-F238E27FC236}">
                <a16:creationId xmlns:a16="http://schemas.microsoft.com/office/drawing/2014/main" id="{BE5D1B04-2BFA-33F3-C355-D8EB9E6F77DC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193722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8823469C-27C8-EF8F-4CC9-197675E31FB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64806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0" name="Inhaltsplatzhalter 10">
            <a:extLst>
              <a:ext uri="{FF2B5EF4-FFF2-40B4-BE49-F238E27FC236}">
                <a16:creationId xmlns:a16="http://schemas.microsoft.com/office/drawing/2014/main" id="{887C4011-3849-0B28-B9C6-CD6CCD2774AC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164806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CBEDB122-E4B4-DEAF-0C6D-61CF1C399FB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135890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2E8C9BDD-A256-932A-0451-8742BDF218CD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10135890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5648AA9A-5221-27F9-3191-6F0F1FEAF36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220167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4" name="Inhaltsplatzhalter 10">
            <a:extLst>
              <a:ext uri="{FF2B5EF4-FFF2-40B4-BE49-F238E27FC236}">
                <a16:creationId xmlns:a16="http://schemas.microsoft.com/office/drawing/2014/main" id="{92E2526C-7EE2-C9B9-E09C-E4124FE41C3A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4220167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6836661A-7952-7ADE-BB22-08BB2B174D2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191251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6" name="Inhaltsplatzhalter 10">
            <a:extLst>
              <a:ext uri="{FF2B5EF4-FFF2-40B4-BE49-F238E27FC236}">
                <a16:creationId xmlns:a16="http://schemas.microsoft.com/office/drawing/2014/main" id="{C2CB294D-1078-8674-FF02-6A8C1FA8750C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191251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28" name="Bildplatzhalter 4">
            <a:extLst>
              <a:ext uri="{FF2B5EF4-FFF2-40B4-BE49-F238E27FC236}">
                <a16:creationId xmlns:a16="http://schemas.microsoft.com/office/drawing/2014/main" id="{478A5169-5857-1B03-543A-A692CECD282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62335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9" name="Inhaltsplatzhalter 10">
            <a:extLst>
              <a:ext uri="{FF2B5EF4-FFF2-40B4-BE49-F238E27FC236}">
                <a16:creationId xmlns:a16="http://schemas.microsoft.com/office/drawing/2014/main" id="{CCD55740-F556-6FFB-54B7-F02F33DD446D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62335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30" name="Bildplatzhalter 4">
            <a:extLst>
              <a:ext uri="{FF2B5EF4-FFF2-40B4-BE49-F238E27FC236}">
                <a16:creationId xmlns:a16="http://schemas.microsoft.com/office/drawing/2014/main" id="{C3C4A300-9C66-727B-BF1B-3FE78BA49252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10133419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31" name="Inhaltsplatzhalter 10">
            <a:extLst>
              <a:ext uri="{FF2B5EF4-FFF2-40B4-BE49-F238E27FC236}">
                <a16:creationId xmlns:a16="http://schemas.microsoft.com/office/drawing/2014/main" id="{A1A5D7D5-55B1-516C-7CED-BF26C79BE6B2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0133419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F4A6E408-2281-5C5F-C17D-009678C7B29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219981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37" name="Inhaltsplatzhalter 10">
            <a:extLst>
              <a:ext uri="{FF2B5EF4-FFF2-40B4-BE49-F238E27FC236}">
                <a16:creationId xmlns:a16="http://schemas.microsoft.com/office/drawing/2014/main" id="{106AA095-B514-8CB2-E655-796D9234A496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219981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38" name="Bildplatzhalter 4">
            <a:extLst>
              <a:ext uri="{FF2B5EF4-FFF2-40B4-BE49-F238E27FC236}">
                <a16:creationId xmlns:a16="http://schemas.microsoft.com/office/drawing/2014/main" id="{B22E5E6F-159C-366B-5296-441253F3F0BB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191065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39" name="Inhaltsplatzhalter 10">
            <a:extLst>
              <a:ext uri="{FF2B5EF4-FFF2-40B4-BE49-F238E27FC236}">
                <a16:creationId xmlns:a16="http://schemas.microsoft.com/office/drawing/2014/main" id="{8F99875B-FC4F-7DCE-AACD-FF783DF1F8CC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6191065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0" name="Bildplatzhalter 4">
            <a:extLst>
              <a:ext uri="{FF2B5EF4-FFF2-40B4-BE49-F238E27FC236}">
                <a16:creationId xmlns:a16="http://schemas.microsoft.com/office/drawing/2014/main" id="{86D99F31-E97B-1DE8-80A6-FCE2268D750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162149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41" name="Inhaltsplatzhalter 10">
            <a:extLst>
              <a:ext uri="{FF2B5EF4-FFF2-40B4-BE49-F238E27FC236}">
                <a16:creationId xmlns:a16="http://schemas.microsoft.com/office/drawing/2014/main" id="{2AFB99F6-8B03-8325-85FE-ACF55FEF4C7E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8162149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2" name="Bildplatzhalter 4">
            <a:extLst>
              <a:ext uri="{FF2B5EF4-FFF2-40B4-BE49-F238E27FC236}">
                <a16:creationId xmlns:a16="http://schemas.microsoft.com/office/drawing/2014/main" id="{7B354065-93C3-8CD0-C6F7-EAD8915CFD21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10133233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43" name="Inhaltsplatzhalter 10">
            <a:extLst>
              <a:ext uri="{FF2B5EF4-FFF2-40B4-BE49-F238E27FC236}">
                <a16:creationId xmlns:a16="http://schemas.microsoft.com/office/drawing/2014/main" id="{D9B63D01-B563-7751-25F8-D9E1385E66D2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10133233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4" name="Bildplatzhalter 4">
            <a:extLst>
              <a:ext uri="{FF2B5EF4-FFF2-40B4-BE49-F238E27FC236}">
                <a16:creationId xmlns:a16="http://schemas.microsoft.com/office/drawing/2014/main" id="{3561E328-70B6-85DB-D07B-4E3133D9FE77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2247851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45" name="Inhaltsplatzhalter 10">
            <a:extLst>
              <a:ext uri="{FF2B5EF4-FFF2-40B4-BE49-F238E27FC236}">
                <a16:creationId xmlns:a16="http://schemas.microsoft.com/office/drawing/2014/main" id="{818DEC37-95E8-080D-AB4D-58F52BC284EC}"/>
              </a:ext>
            </a:extLst>
          </p:cNvPr>
          <p:cNvSpPr>
            <a:spLocks noGrp="1"/>
          </p:cNvSpPr>
          <p:nvPr>
            <p:ph sz="quarter" idx="48" hasCustomPrompt="1"/>
          </p:nvPr>
        </p:nvSpPr>
        <p:spPr>
          <a:xfrm>
            <a:off x="2247851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4116460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strah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536400"/>
          </a:xfrm>
        </p:spPr>
        <p:txBody>
          <a:bodyPr/>
          <a:lstStyle/>
          <a:p>
            <a:r>
              <a:rPr lang="en-GB" noProof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45356-737C-41AB-AE05-6D00F2233ECB}" type="datetime1">
              <a:rPr lang="en-GB" noProof="0" smtClean="0"/>
              <a:t>23/04/2026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GEO410 - Urban Waterscapes. Group 5: Valentina Balsarini, Muriel Geissmann, Kathrin Habegger, Casimir Herold, Yannick Wirz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‹Nr.›</a:t>
            </a:fld>
            <a:endParaRPr lang="en-GB" noProof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960DD06-5403-402D-6C88-53DCD45F16E1}"/>
              </a:ext>
            </a:extLst>
          </p:cNvPr>
          <p:cNvCxnSpPr/>
          <p:nvPr userDrawn="1"/>
        </p:nvCxnSpPr>
        <p:spPr>
          <a:xfrm>
            <a:off x="269875" y="3497585"/>
            <a:ext cx="1165225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Bildplatzhalter 4">
            <a:extLst>
              <a:ext uri="{FF2B5EF4-FFF2-40B4-BE49-F238E27FC236}">
                <a16:creationId xmlns:a16="http://schemas.microsoft.com/office/drawing/2014/main" id="{F49F2DB0-AB5C-6BD8-064D-373B4B1209A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16" name="Bildplatzhalter 4">
            <a:extLst>
              <a:ext uri="{FF2B5EF4-FFF2-40B4-BE49-F238E27FC236}">
                <a16:creationId xmlns:a16="http://schemas.microsoft.com/office/drawing/2014/main" id="{F0B6A180-6984-B9E7-7ADC-A121B77988B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974003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17" name="Bildplatzhalter 4">
            <a:extLst>
              <a:ext uri="{FF2B5EF4-FFF2-40B4-BE49-F238E27FC236}">
                <a16:creationId xmlns:a16="http://schemas.microsoft.com/office/drawing/2014/main" id="{38372887-04E8-C5D5-EF4C-1E25A260FB2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67159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18" name="Bildplatzhalter 4">
            <a:extLst>
              <a:ext uri="{FF2B5EF4-FFF2-40B4-BE49-F238E27FC236}">
                <a16:creationId xmlns:a16="http://schemas.microsoft.com/office/drawing/2014/main" id="{7A14FB65-6B89-A9C8-8DB1-7B1F7CBFAEC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360315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19" name="Bildplatzhalter 4">
            <a:extLst>
              <a:ext uri="{FF2B5EF4-FFF2-40B4-BE49-F238E27FC236}">
                <a16:creationId xmlns:a16="http://schemas.microsoft.com/office/drawing/2014/main" id="{CD8F59A9-69CA-1C2A-33D7-AD0BB64181B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053471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20" name="Bildplatzhalter 4">
            <a:extLst>
              <a:ext uri="{FF2B5EF4-FFF2-40B4-BE49-F238E27FC236}">
                <a16:creationId xmlns:a16="http://schemas.microsoft.com/office/drawing/2014/main" id="{B582FB2A-C51D-65C1-0203-3A5AB4DB0F4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746627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21" name="Bildplatzhalter 4">
            <a:extLst>
              <a:ext uri="{FF2B5EF4-FFF2-40B4-BE49-F238E27FC236}">
                <a16:creationId xmlns:a16="http://schemas.microsoft.com/office/drawing/2014/main" id="{18F14028-DA69-147A-C414-9146D8EAE5F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0439783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22" name="Bildplatzhalter 4">
            <a:extLst>
              <a:ext uri="{FF2B5EF4-FFF2-40B4-BE49-F238E27FC236}">
                <a16:creationId xmlns:a16="http://schemas.microsoft.com/office/drawing/2014/main" id="{3A11402F-1392-D5B0-DE17-2E270C800CA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136079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23" name="Bildplatzhalter 4">
            <a:extLst>
              <a:ext uri="{FF2B5EF4-FFF2-40B4-BE49-F238E27FC236}">
                <a16:creationId xmlns:a16="http://schemas.microsoft.com/office/drawing/2014/main" id="{92F84F7D-2669-46EA-F7E5-F5A3AE35C50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829006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24" name="Bildplatzhalter 4">
            <a:extLst>
              <a:ext uri="{FF2B5EF4-FFF2-40B4-BE49-F238E27FC236}">
                <a16:creationId xmlns:a16="http://schemas.microsoft.com/office/drawing/2014/main" id="{7F4B621D-593C-EF66-AAA8-260F24BB816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521933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25" name="Bildplatzhalter 4">
            <a:extLst>
              <a:ext uri="{FF2B5EF4-FFF2-40B4-BE49-F238E27FC236}">
                <a16:creationId xmlns:a16="http://schemas.microsoft.com/office/drawing/2014/main" id="{EAB29708-5948-93D3-1DAE-9AA4E5A03DC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14860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26" name="Bildplatzhalter 4">
            <a:extLst>
              <a:ext uri="{FF2B5EF4-FFF2-40B4-BE49-F238E27FC236}">
                <a16:creationId xmlns:a16="http://schemas.microsoft.com/office/drawing/2014/main" id="{6590CFDF-AA3F-86A0-462A-8B00EDC3EDD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907787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27" name="Bildplatzhalter 4">
            <a:extLst>
              <a:ext uri="{FF2B5EF4-FFF2-40B4-BE49-F238E27FC236}">
                <a16:creationId xmlns:a16="http://schemas.microsoft.com/office/drawing/2014/main" id="{F8D57941-57A2-78B6-C142-19F25D64A5F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600716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28" name="Inhaltsplatzhalter 10">
            <a:extLst>
              <a:ext uri="{FF2B5EF4-FFF2-40B4-BE49-F238E27FC236}">
                <a16:creationId xmlns:a16="http://schemas.microsoft.com/office/drawing/2014/main" id="{84D95677-0114-3854-2A06-CDDFDD440777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69875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29" name="Inhaltsplatzhalter 10">
            <a:extLst>
              <a:ext uri="{FF2B5EF4-FFF2-40B4-BE49-F238E27FC236}">
                <a16:creationId xmlns:a16="http://schemas.microsoft.com/office/drawing/2014/main" id="{830824E2-E1B0-01AE-F199-E13B717EE78D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1974003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30" name="Inhaltsplatzhalter 10">
            <a:extLst>
              <a:ext uri="{FF2B5EF4-FFF2-40B4-BE49-F238E27FC236}">
                <a16:creationId xmlns:a16="http://schemas.microsoft.com/office/drawing/2014/main" id="{B661178F-E8BD-64EC-8DCE-B999B4D9EABD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3667159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31" name="Inhaltsplatzhalter 10">
            <a:extLst>
              <a:ext uri="{FF2B5EF4-FFF2-40B4-BE49-F238E27FC236}">
                <a16:creationId xmlns:a16="http://schemas.microsoft.com/office/drawing/2014/main" id="{A0685B94-A30D-8020-BFC0-B77022CBDE9F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5360315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32" name="Inhaltsplatzhalter 10">
            <a:extLst>
              <a:ext uri="{FF2B5EF4-FFF2-40B4-BE49-F238E27FC236}">
                <a16:creationId xmlns:a16="http://schemas.microsoft.com/office/drawing/2014/main" id="{7FB39B7C-36A1-9048-02BA-E03566F2EB1F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7053471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33" name="Inhaltsplatzhalter 10">
            <a:extLst>
              <a:ext uri="{FF2B5EF4-FFF2-40B4-BE49-F238E27FC236}">
                <a16:creationId xmlns:a16="http://schemas.microsoft.com/office/drawing/2014/main" id="{15CACBB6-4692-7C6A-8251-BEBD135224A0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746627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34" name="Inhaltsplatzhalter 10">
            <a:extLst>
              <a:ext uri="{FF2B5EF4-FFF2-40B4-BE49-F238E27FC236}">
                <a16:creationId xmlns:a16="http://schemas.microsoft.com/office/drawing/2014/main" id="{BECB31F3-1FF3-7738-D3E5-314BB6A831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10439783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35" name="Inhaltsplatzhalter 10">
            <a:extLst>
              <a:ext uri="{FF2B5EF4-FFF2-40B4-BE49-F238E27FC236}">
                <a16:creationId xmlns:a16="http://schemas.microsoft.com/office/drawing/2014/main" id="{62AF25DC-CA5E-4417-22E5-A964FF016F62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136079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36" name="Inhaltsplatzhalter 10">
            <a:extLst>
              <a:ext uri="{FF2B5EF4-FFF2-40B4-BE49-F238E27FC236}">
                <a16:creationId xmlns:a16="http://schemas.microsoft.com/office/drawing/2014/main" id="{90D56CD7-60EE-495F-ED4B-C31A87C45E84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2829006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37" name="Inhaltsplatzhalter 10">
            <a:extLst>
              <a:ext uri="{FF2B5EF4-FFF2-40B4-BE49-F238E27FC236}">
                <a16:creationId xmlns:a16="http://schemas.microsoft.com/office/drawing/2014/main" id="{28B0CB76-6D72-3E2E-056B-27DB3947102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4521933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38" name="Inhaltsplatzhalter 10">
            <a:extLst>
              <a:ext uri="{FF2B5EF4-FFF2-40B4-BE49-F238E27FC236}">
                <a16:creationId xmlns:a16="http://schemas.microsoft.com/office/drawing/2014/main" id="{57BA3158-F345-F5B5-83D3-6B1D5546CF2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6214860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39" name="Inhaltsplatzhalter 10">
            <a:extLst>
              <a:ext uri="{FF2B5EF4-FFF2-40B4-BE49-F238E27FC236}">
                <a16:creationId xmlns:a16="http://schemas.microsoft.com/office/drawing/2014/main" id="{FC40280B-F0D4-264E-C17E-3D2B98F5645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7907787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40" name="Inhaltsplatzhalter 10">
            <a:extLst>
              <a:ext uri="{FF2B5EF4-FFF2-40B4-BE49-F238E27FC236}">
                <a16:creationId xmlns:a16="http://schemas.microsoft.com/office/drawing/2014/main" id="{4B3C570F-341A-24E7-0226-5D3A693E9D76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9600716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5372604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273378"/>
            <a:ext cx="11652249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296422-82A5-4293-8522-6266F0874B0D}" type="datetime1">
              <a:rPr lang="en-GB" noProof="0" smtClean="0"/>
              <a:t>23/04/2026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GEO410 - Urban Waterscapes. Group 5: Valentina Balsarini, Muriel Geissmann, Kathrin Habegger, Casimir Herold, Yannick Wirz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‹Nr.›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2773539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acht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4">
            <a:extLst>
              <a:ext uri="{FF2B5EF4-FFF2-40B4-BE49-F238E27FC236}">
                <a16:creationId xmlns:a16="http://schemas.microsoft.com/office/drawing/2014/main" id="{73EBFA33-E838-4FF1-1D0F-2B8F723A98F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5EDFDEC-7873-15BD-1B6F-5DAEB0755E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28398" y="6424761"/>
            <a:ext cx="1189348" cy="1440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49C26E-18C8-4323-AC54-C343A0588FA5}" type="datetime1">
              <a:rPr lang="en-GB" noProof="0" smtClean="0"/>
              <a:t>23/04/2026</a:t>
            </a:fld>
            <a:r>
              <a:rPr lang="en-GB" noProof="0"/>
              <a:t>    |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04195A-F200-70E1-095F-04D38F551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GEO410 - Urban Waterscapes. Group 5: Valentina Balsarini, Muriel Geissmann, Kathrin Habegger, Casimir Herold, Yannick Wirz</a:t>
            </a:r>
            <a:endParaRPr lang="en-GB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F3564CC-433E-0F7E-78ED-4CBD5802F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3325" y="6424761"/>
            <a:ext cx="208800" cy="1440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‹Nr.›</a:t>
            </a:fld>
            <a:endParaRPr lang="en-GB" noProof="0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43F26200-5089-80AE-C07E-2ADBBFCB862E}"/>
              </a:ext>
            </a:extLst>
          </p:cNvPr>
          <p:cNvCxnSpPr>
            <a:cxnSpLocks/>
          </p:cNvCxnSpPr>
          <p:nvPr userDrawn="1"/>
        </p:nvCxnSpPr>
        <p:spPr>
          <a:xfrm>
            <a:off x="1418938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795B1871-CB5E-1539-590E-A27B00A5B38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5372" y="6448574"/>
            <a:ext cx="1141200" cy="1368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tx1"/>
                </a:solidFill>
              </a:defRPr>
            </a:lvl1pPr>
            <a:lvl2pPr>
              <a:defRPr sz="100">
                <a:solidFill>
                  <a:schemeClr val="bg1"/>
                </a:solidFill>
              </a:defRPr>
            </a:lvl2pPr>
            <a:lvl3pPr>
              <a:defRPr sz="100">
                <a:solidFill>
                  <a:schemeClr val="bg1"/>
                </a:solidFill>
              </a:defRPr>
            </a:lvl3pPr>
            <a:lvl4pPr>
              <a:defRPr sz="100">
                <a:solidFill>
                  <a:schemeClr val="bg1"/>
                </a:solidFill>
              </a:defRPr>
            </a:lvl4pPr>
            <a:lvl5pPr>
              <a:defRPr sz="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 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F7249099-EAE8-15A9-5DD9-4B8BD6C113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11650662" cy="6259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Insert title</a:t>
            </a:r>
          </a:p>
        </p:txBody>
      </p:sp>
      <p:sp>
        <p:nvSpPr>
          <p:cNvPr id="8" name="Textplatzhalter 27">
            <a:extLst>
              <a:ext uri="{FF2B5EF4-FFF2-40B4-BE49-F238E27FC236}">
                <a16:creationId xmlns:a16="http://schemas.microsoft.com/office/drawing/2014/main" id="{9EB74D43-ABA5-E11E-DD85-85CF51186C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0670" y="27276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10" name="Textplatzhalter 27">
            <a:extLst>
              <a:ext uri="{FF2B5EF4-FFF2-40B4-BE49-F238E27FC236}">
                <a16:creationId xmlns:a16="http://schemas.microsoft.com/office/drawing/2014/main" id="{048FC5CC-2121-56F3-C3F5-B5C874FFB1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64" y="182654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11" name="Textplatzhalter 27">
            <a:extLst>
              <a:ext uri="{FF2B5EF4-FFF2-40B4-BE49-F238E27FC236}">
                <a16:creationId xmlns:a16="http://schemas.microsoft.com/office/drawing/2014/main" id="{BB0B7B4E-7C57-28E9-4CB9-B4570ABC59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0960" y="182177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14" name="Textplatzhalter 27">
            <a:extLst>
              <a:ext uri="{FF2B5EF4-FFF2-40B4-BE49-F238E27FC236}">
                <a16:creationId xmlns:a16="http://schemas.microsoft.com/office/drawing/2014/main" id="{A8FF8281-AD66-C77E-347B-07E4F503BA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264" y="2732367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40" name="Textplatzhalter 27">
            <a:extLst>
              <a:ext uri="{FF2B5EF4-FFF2-40B4-BE49-F238E27FC236}">
                <a16:creationId xmlns:a16="http://schemas.microsoft.com/office/drawing/2014/main" id="{55EE194A-C397-2617-7780-D86A48CAE74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5974" y="4611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44" name="Textplatzhalter 27">
            <a:extLst>
              <a:ext uri="{FF2B5EF4-FFF2-40B4-BE49-F238E27FC236}">
                <a16:creationId xmlns:a16="http://schemas.microsoft.com/office/drawing/2014/main" id="{DBF35E7F-D953-CAA9-3A99-15E4880E3A1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2311" y="27420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692AC1F8-AB87-40B3-4118-64C6B6A63F0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95128" y="460862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51" name="Textplatzhalter 27">
            <a:extLst>
              <a:ext uri="{FF2B5EF4-FFF2-40B4-BE49-F238E27FC236}">
                <a16:creationId xmlns:a16="http://schemas.microsoft.com/office/drawing/2014/main" id="{8B875A59-87E2-329A-FECC-BEA7FE43BA9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32838" y="4611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52" name="Textplatzhalter 27">
            <a:extLst>
              <a:ext uri="{FF2B5EF4-FFF2-40B4-BE49-F238E27FC236}">
                <a16:creationId xmlns:a16="http://schemas.microsoft.com/office/drawing/2014/main" id="{69DCED49-C168-77C0-6547-0CADBD711B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33128" y="3705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53" name="Textplatzhalter 27">
            <a:extLst>
              <a:ext uri="{FF2B5EF4-FFF2-40B4-BE49-F238E27FC236}">
                <a16:creationId xmlns:a16="http://schemas.microsoft.com/office/drawing/2014/main" id="{E691F604-DB24-E1B1-CD8D-23BFFC1444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76264" y="3705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54" name="Textplatzhalter 27">
            <a:extLst>
              <a:ext uri="{FF2B5EF4-FFF2-40B4-BE49-F238E27FC236}">
                <a16:creationId xmlns:a16="http://schemas.microsoft.com/office/drawing/2014/main" id="{48B584AC-71CB-16D8-E722-8AC5553FE59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92602" y="183617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55" name="Textplatzhalter 27">
            <a:extLst>
              <a:ext uri="{FF2B5EF4-FFF2-40B4-BE49-F238E27FC236}">
                <a16:creationId xmlns:a16="http://schemas.microsoft.com/office/drawing/2014/main" id="{64EFC00D-C82F-63F3-901A-E32AA5563D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95418" y="370279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56" name="Textplatzhalter 27">
            <a:extLst>
              <a:ext uri="{FF2B5EF4-FFF2-40B4-BE49-F238E27FC236}">
                <a16:creationId xmlns:a16="http://schemas.microsoft.com/office/drawing/2014/main" id="{2F484B0C-2F5D-4A41-8BBA-C15A9F143EB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50114" y="1831417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57" name="Textplatzhalter 27">
            <a:extLst>
              <a:ext uri="{FF2B5EF4-FFF2-40B4-BE49-F238E27FC236}">
                <a16:creationId xmlns:a16="http://schemas.microsoft.com/office/drawing/2014/main" id="{4885B59F-449F-B852-F442-3B1C68A2AA6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9824" y="2737244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58" name="Textplatzhalter 27">
            <a:extLst>
              <a:ext uri="{FF2B5EF4-FFF2-40B4-BE49-F238E27FC236}">
                <a16:creationId xmlns:a16="http://schemas.microsoft.com/office/drawing/2014/main" id="{AA5DC075-9286-B8C4-CD9F-B561C39392C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52282" y="370279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59" name="Textplatzhalter 27">
            <a:extLst>
              <a:ext uri="{FF2B5EF4-FFF2-40B4-BE49-F238E27FC236}">
                <a16:creationId xmlns:a16="http://schemas.microsoft.com/office/drawing/2014/main" id="{2B7C5942-88D4-4AE4-D493-E6EB256531B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51992" y="4608624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40939606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ht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0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36930-D320-4BD9-8C7A-9BA715923453}" type="datetime1">
              <a:rPr lang="en-GB" noProof="0" smtClean="0"/>
              <a:t>23/04/2026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GEO410 - Urban Waterscapes. Group 5: Valentina Balsarini, Muriel Geissmann, Kathrin Habegger, Casimir Herold, Yannick Wirz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AAED8CC9-45E8-1A12-FE4B-99B48514CF4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31317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B0E65F99-D41E-97A8-5B90-921DFF4F75C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91174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/>
            </a:lvl1pPr>
            <a:lvl2pPr>
              <a:defRPr lang="de-CH" noProof="0" dirty="0"/>
            </a:lvl2pPr>
            <a:lvl3pPr>
              <a:defRPr lang="de-CH"/>
            </a:lvl3pPr>
            <a:lvl4pPr>
              <a:defRPr lang="de-CH"/>
            </a:lvl4pPr>
            <a:lvl5pPr>
              <a:defRPr lang="de-CH" dirty="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2B30555-3BA5-1953-D982-C69CB839D8F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151032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/>
            </a:lvl1pPr>
            <a:lvl2pPr>
              <a:defRPr lang="de-CH" noProof="0" dirty="0"/>
            </a:lvl2pPr>
            <a:lvl3pPr>
              <a:defRPr lang="de-CH"/>
            </a:lvl3pPr>
            <a:lvl4pPr>
              <a:defRPr lang="de-CH"/>
            </a:lvl4pPr>
            <a:lvl5pPr>
              <a:defRPr lang="de-CH" dirty="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B4DAEC7F-9097-CC65-18FC-ABDF8656180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9151031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999A24F7-6F45-D408-172F-9FCB5D02667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191174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F564AFF4-7AFB-5D44-CE32-7B8A59C9117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231317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A71E75C8-391E-2558-3A91-AA1F31A93B05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71460" y="1371600"/>
            <a:ext cx="2775600" cy="1716981"/>
          </a:xfrm>
        </p:spPr>
        <p:txBody>
          <a:bodyPr/>
          <a:lstStyle>
            <a:lvl1pPr>
              <a:tabLst>
                <a:tab pos="1704975" algn="l"/>
              </a:tabLst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3E32DEA9-77CE-B434-4A3D-3AAB04FD78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000" y="6019388"/>
            <a:ext cx="5736917" cy="205200"/>
          </a:xfrm>
        </p:spPr>
        <p:txBody>
          <a:bodyPr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2220080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5447-531E-453B-B616-328DB7C509F1}" type="datetime1">
              <a:rPr lang="en-GB" noProof="0" smtClean="0"/>
              <a:t>23/04/2026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GEO410 - Urban Waterscapes. Group 5: Valentina Balsarini, Muriel Geissmann, Kathrin Habegger, Casimir Herold, Yannick Wirz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A71E75C8-391E-2558-3A91-AA1F31A93B05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70582" y="2700000"/>
            <a:ext cx="2778003" cy="3524588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/>
              <a:t>Contact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08ED976-BD70-59ED-B970-3FA256DEEE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DADD2F24-DA82-E6C1-DFC7-E7D6DA1F104A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276512" y="1389564"/>
            <a:ext cx="856800" cy="856800"/>
          </a:xfrm>
        </p:spPr>
        <p:txBody>
          <a:bodyPr anchor="ctr"/>
          <a:lstStyle>
            <a:lvl1pPr algn="ctr">
              <a:tabLst>
                <a:tab pos="1704975" algn="l"/>
              </a:tabLst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/>
              <a:t>QR-Code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B8FD34BD-5602-5735-423C-351E3E46BFED}"/>
              </a:ext>
            </a:extLst>
          </p:cNvPr>
          <p:cNvCxnSpPr>
            <a:cxnSpLocks/>
          </p:cNvCxnSpPr>
          <p:nvPr userDrawn="1"/>
        </p:nvCxnSpPr>
        <p:spPr>
          <a:xfrm>
            <a:off x="270582" y="2492896"/>
            <a:ext cx="277800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5847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Insert title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846EAAB-E9CC-4FBB-A777-DFD68618E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13345-AC76-4EC4-B428-E7410EF33086}" type="datetime1">
              <a:rPr lang="en-GB" noProof="0" smtClean="0"/>
              <a:t>23/04/2026</a:t>
            </a:fld>
            <a:endParaRPr lang="en-GB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90A60D-3123-4534-B4E1-1B214E40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GEO410 - Urban Waterscapes. Group 5: Valentina Balsarini, Muriel Geissmann, Kathrin Habegger, Casimir Herold, Yannick Wirz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A66DD1-3165-483D-99FB-202ADC04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‹Nr.›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379844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4E75BB-61FF-4F7E-9CDB-A5E34775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CB1FF-E4B4-44CF-A67B-0C9331826851}" type="datetime1">
              <a:rPr lang="en-GB" noProof="0" smtClean="0"/>
              <a:t>23/04/2026</a:t>
            </a:fld>
            <a:endParaRPr lang="en-GB" noProof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09AB7D-DBAB-4FFF-BA65-85B95211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GEO410 - Urban Waterscapes. Group 5: Valentina Balsarini, Muriel Geissmann, Kathrin Habegger, Casimir Herold, Yannick Wirz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9B7570-0B3E-4F91-B744-978CA7BD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‹Nr.›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05446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271463" y="244800"/>
            <a:ext cx="11650662" cy="6259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/>
              <a:t>Insert title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71461" y="870744"/>
            <a:ext cx="11650663" cy="53538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8F6BCDB3-179E-457C-80BB-5FFBB3A8EC60}" type="datetime1">
              <a:rPr lang="en-GB" noProof="0" smtClean="0"/>
              <a:t>23/04/2026</a:t>
            </a:fld>
            <a:endParaRPr lang="en-GB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GEO410 - Urban Waterscapes. Group 5: Valentina Balsarini, Muriel Geissmann, Kathrin Habegger, Casimir Herold, Yannick Wirz</a:t>
            </a:r>
            <a:endParaRPr lang="en-GB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C703539-8E35-D069-DBD5-3A4DCC125A4D}"/>
              </a:ext>
            </a:extLst>
          </p:cNvPr>
          <p:cNvSpPr txBox="1"/>
          <p:nvPr userDrawn="1"/>
        </p:nvSpPr>
        <p:spPr>
          <a:xfrm rot="5400000">
            <a:off x="11394044" y="5941110"/>
            <a:ext cx="1753783" cy="61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CH" sz="400" spc="40" baseline="0" noProof="0">
                <a:solidFill>
                  <a:schemeClr val="bg1">
                    <a:lumMod val="85000"/>
                  </a:schemeClr>
                </a:solidFill>
              </a:rPr>
              <a:t>Erstellt durch Vorlagenbauer.ch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0F7A25C-6B57-E378-A273-BBFF709DB255}"/>
              </a:ext>
            </a:extLst>
          </p:cNvPr>
          <p:cNvCxnSpPr>
            <a:cxnSpLocks/>
          </p:cNvCxnSpPr>
          <p:nvPr userDrawn="1"/>
        </p:nvCxnSpPr>
        <p:spPr>
          <a:xfrm>
            <a:off x="11703099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428D97A1-67D4-8BCE-2C75-BEA0093CDA16}"/>
              </a:ext>
            </a:extLst>
          </p:cNvPr>
          <p:cNvSpPr txBox="1"/>
          <p:nvPr userDrawn="1"/>
        </p:nvSpPr>
        <p:spPr>
          <a:xfrm>
            <a:off x="269875" y="6424761"/>
            <a:ext cx="1060992" cy="1508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00" b="1" noProof="0">
                <a:latin typeface="Source Sans Pro SemiBold" panose="020B0603030403020204" pitchFamily="34" charset="0"/>
              </a:rPr>
              <a:t>University of Zurich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B7B29EB8-D7DC-4128-6431-E45C30786CE8}"/>
              </a:ext>
            </a:extLst>
          </p:cNvPr>
          <p:cNvCxnSpPr>
            <a:cxnSpLocks/>
          </p:cNvCxnSpPr>
          <p:nvPr userDrawn="1"/>
        </p:nvCxnSpPr>
        <p:spPr>
          <a:xfrm>
            <a:off x="1418938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66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58" r:id="rId2"/>
    <p:sldLayoutId id="2147483667" r:id="rId3"/>
    <p:sldLayoutId id="2147483683" r:id="rId4"/>
    <p:sldLayoutId id="2147483696" r:id="rId5"/>
    <p:sldLayoutId id="2147483695" r:id="rId6"/>
    <p:sldLayoutId id="2147483659" r:id="rId7"/>
    <p:sldLayoutId id="2147483669" r:id="rId8"/>
    <p:sldLayoutId id="2147483661" r:id="rId9"/>
    <p:sldLayoutId id="2147483674" r:id="rId10"/>
    <p:sldLayoutId id="2147483697" r:id="rId11"/>
    <p:sldLayoutId id="2147483675" r:id="rId12"/>
    <p:sldLayoutId id="2147483698" r:id="rId13"/>
    <p:sldLayoutId id="2147483671" r:id="rId14"/>
    <p:sldLayoutId id="2147483682" r:id="rId15"/>
    <p:sldLayoutId id="2147483684" r:id="rId16"/>
    <p:sldLayoutId id="2147483677" r:id="rId17"/>
    <p:sldLayoutId id="2147483672" r:id="rId18"/>
    <p:sldLayoutId id="2147483679" r:id="rId19"/>
    <p:sldLayoutId id="2147483685" r:id="rId20"/>
    <p:sldLayoutId id="2147483680" r:id="rId21"/>
    <p:sldLayoutId id="2147483681" r:id="rId22"/>
    <p:sldLayoutId id="2147483686" r:id="rId23"/>
    <p:sldLayoutId id="2147483687" r:id="rId24"/>
    <p:sldLayoutId id="2147483691" r:id="rId25"/>
    <p:sldLayoutId id="2147483690" r:id="rId26"/>
    <p:sldLayoutId id="2147483699" r:id="rId27"/>
    <p:sldLayoutId id="2147483688" r:id="rId28"/>
    <p:sldLayoutId id="2147483692" r:id="rId29"/>
    <p:sldLayoutId id="2147483670" r:id="rId30"/>
    <p:sldLayoutId id="2147483700" r:id="rId31"/>
    <p:sldLayoutId id="2147483678" r:id="rId32"/>
    <p:sldLayoutId id="2147483693" r:id="rId33"/>
    <p:sldLayoutId id="2147483663" r:id="rId34"/>
    <p:sldLayoutId id="2147483664" r:id="rId35"/>
  </p:sldLayoutIdLst>
  <p:hf hdr="0"/>
  <p:txStyles>
    <p:titleStyle>
      <a:lvl1pPr algn="l" defTabSz="914400" rtl="0" eaLnBrk="1" latinLnBrk="0" hangingPunct="1">
        <a:lnSpc>
          <a:spcPct val="97000"/>
        </a:lnSpc>
        <a:spcBef>
          <a:spcPct val="0"/>
        </a:spcBef>
        <a:buNone/>
        <a:defRPr sz="2400" b="1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3000"/>
        </a:lnSpc>
        <a:spcBef>
          <a:spcPts val="0"/>
        </a:spcBef>
        <a:buFont typeface="+mj-lt"/>
        <a:buNone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226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8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1090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522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98000"/>
        </a:lnSpc>
        <a:spcBef>
          <a:spcPts val="0"/>
        </a:spcBef>
        <a:buFont typeface="+mj-lt"/>
        <a:buNone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174625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5738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70" userDrawn="1">
          <p15:clr>
            <a:srgbClr val="A4A3A4"/>
          </p15:clr>
        </p15:guide>
        <p15:guide id="2" pos="7510" userDrawn="1">
          <p15:clr>
            <a:srgbClr val="A4A3A4"/>
          </p15:clr>
        </p15:guide>
        <p15:guide id="3" orient="horz" pos="3921" userDrawn="1">
          <p15:clr>
            <a:srgbClr val="A4A3A4"/>
          </p15:clr>
        </p15:guide>
        <p15:guide id="4" orient="horz" pos="546" userDrawn="1">
          <p15:clr>
            <a:srgbClr val="A4A3A4"/>
          </p15:clr>
        </p15:guide>
        <p15:guide id="6" orient="horz" pos="172" userDrawn="1">
          <p15:clr>
            <a:srgbClr val="A4A3A4"/>
          </p15:clr>
        </p15:guide>
        <p15:guide id="7" orient="horz" pos="864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8.png"/><Relationship Id="rId4" Type="http://schemas.openxmlformats.org/officeDocument/2006/relationships/diagramLayout" Target="../diagrams/layout2.xml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ildplatzhalter 16">
            <a:extLst>
              <a:ext uri="{FF2B5EF4-FFF2-40B4-BE49-F238E27FC236}">
                <a16:creationId xmlns:a16="http://schemas.microsoft.com/office/drawing/2014/main" id="{DFD6CD8B-483C-EB3A-AF44-64C47BC546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lum/>
          </a:blip>
          <a:srcRect t="10698" b="15004"/>
          <a:stretch>
            <a:fillRect/>
          </a:stretch>
        </p:blipFill>
        <p:spPr>
          <a:xfrm>
            <a:off x="269875" y="1080001"/>
            <a:ext cx="11652249" cy="5211072"/>
          </a:xfrm>
          <a:prstGeom prst="rect">
            <a:avLst/>
          </a:prstGeom>
          <a:pattFill prst="lgCheck">
            <a:fgClr>
              <a:prstClr val="white">
                <a:lumMod val="85000"/>
              </a:prstClr>
            </a:fgClr>
            <a:bgClr>
              <a:prstClr val="white"/>
            </a:bgClr>
          </a:pattFill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9519DA7-13E0-F692-F372-D20ED764A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DBAEE-ADF3-4E98-BBBA-B274B4B91B06}" type="datetime1">
              <a:rPr lang="en-GB" noProof="0" smtClean="0"/>
              <a:t>23/04/2026</a:t>
            </a:fld>
            <a:endParaRPr lang="en-GB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F146532-03A0-39C4-01D8-C323E34EF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GEO410 - Urban Waterscapes. Group 5: Valentina Balsarini, Muriel Geissmann, Kathrin Habegger, Casimir Herold, Yannick Wirz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AE7BB2F-F552-F834-D09A-62546D056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0"/>
              <a:t> 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9D0ADB1E-7BE5-7FDB-79A1-37E78F41EE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CH" dirty="0"/>
              <a:t>GEO877, </a:t>
            </a:r>
            <a:r>
              <a:rPr lang="de-CH" dirty="0" err="1"/>
              <a:t>Spatial</a:t>
            </a:r>
            <a:r>
              <a:rPr lang="de-CH" dirty="0"/>
              <a:t> </a:t>
            </a:r>
            <a:r>
              <a:rPr lang="de-CH" dirty="0" err="1"/>
              <a:t>Algorithms</a:t>
            </a:r>
            <a:endParaRPr lang="en-US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EF7FE83-E454-9603-715C-535175906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7920" y="2656405"/>
            <a:ext cx="9110750" cy="2144196"/>
          </a:xfrm>
        </p:spPr>
        <p:txBody>
          <a:bodyPr numCol="1"/>
          <a:lstStyle/>
          <a:p>
            <a:pPr lvl="1"/>
            <a:r>
              <a:rPr lang="de-DE" sz="2800" b="1" dirty="0" err="1"/>
              <a:t>Chatty</a:t>
            </a:r>
            <a:r>
              <a:rPr lang="de-DE" sz="2800" b="1" dirty="0"/>
              <a:t> Maps: </a:t>
            </a:r>
            <a:r>
              <a:rPr lang="de-DE" sz="2800" b="1" dirty="0" err="1"/>
              <a:t>Constructing</a:t>
            </a:r>
            <a:r>
              <a:rPr lang="de-DE" sz="2800" b="1" dirty="0"/>
              <a:t> Sound Maps </a:t>
            </a:r>
            <a:r>
              <a:rPr lang="de-DE" sz="2800" b="1" dirty="0" err="1"/>
              <a:t>of</a:t>
            </a:r>
            <a:r>
              <a:rPr lang="de-DE" sz="2800" b="1" dirty="0"/>
              <a:t> Urban Areas</a:t>
            </a:r>
            <a:br>
              <a:rPr lang="de-DE" sz="2800" b="1" dirty="0"/>
            </a:br>
            <a:r>
              <a:rPr lang="de-DE" sz="2800" b="1" dirty="0" err="1"/>
              <a:t>from</a:t>
            </a:r>
            <a:r>
              <a:rPr lang="de-DE" sz="2800" b="1" dirty="0"/>
              <a:t> </a:t>
            </a:r>
            <a:r>
              <a:rPr lang="de-DE" sz="2800" b="1" dirty="0" err="1"/>
              <a:t>Social</a:t>
            </a:r>
            <a:r>
              <a:rPr lang="de-DE" sz="2800" b="1" dirty="0"/>
              <a:t> Media Data</a:t>
            </a:r>
          </a:p>
          <a:p>
            <a:pPr lvl="2"/>
            <a:r>
              <a:rPr lang="en-US" b="1" i="1" dirty="0"/>
              <a:t>Aiello et al. (2016)</a:t>
            </a:r>
          </a:p>
          <a:p>
            <a:pPr lvl="2"/>
            <a:r>
              <a:rPr lang="en-US" i="1" dirty="0"/>
              <a:t>Muriel </a:t>
            </a:r>
            <a:r>
              <a:rPr lang="en-US" i="1" dirty="0" err="1"/>
              <a:t>Geissmann</a:t>
            </a:r>
            <a:r>
              <a:rPr lang="en-US" i="1" dirty="0"/>
              <a:t>, Lea Stoffel, Guillermo </a:t>
            </a:r>
            <a:r>
              <a:rPr lang="en-US" i="1" dirty="0" err="1"/>
              <a:t>Filgueira</a:t>
            </a:r>
            <a:r>
              <a:rPr lang="en-US" i="1" dirty="0"/>
              <a:t> Fernandez &amp; Julia Good </a:t>
            </a:r>
            <a:endParaRPr lang="en-GB" dirty="0">
              <a:ea typeface="Source Sans Pro"/>
            </a:endParaRPr>
          </a:p>
          <a:p>
            <a:pPr lvl="2"/>
            <a:r>
              <a:rPr lang="en-GB" dirty="0">
                <a:ea typeface="Source Sans Pro"/>
              </a:rPr>
              <a:t>30.04.26</a:t>
            </a:r>
          </a:p>
          <a:p>
            <a:pPr lvl="1"/>
            <a:endParaRPr lang="de-DE" sz="2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001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58C318-6F62-A2B6-00E7-9C07C5A10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ea typeface="Source Sans Pro"/>
              </a:rPr>
              <a:t>Research Questions (Lea)</a:t>
            </a:r>
            <a:endParaRPr lang="en-US" sz="28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A486939-473C-B2C3-9E60-927E5F0D6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37836D-4CFB-E21B-AA78-0FCB33F6D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30/04/2026</a:t>
            </a:r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D9F58B-5343-8409-C988-AD457BFED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GEO877 – Muriel Geissmann, Lea Stoffl, Guillermo Filgueira Fernandez &amp; Julia Good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BBF9B4-7418-ACDD-1C43-72A21DA7A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2</a:t>
            </a:fld>
            <a:endParaRPr lang="en-GB" noProof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1257F9E-AA23-C859-8C23-1607D0CC44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Diagramm 7">
            <a:extLst>
              <a:ext uri="{FF2B5EF4-FFF2-40B4-BE49-F238E27FC236}">
                <a16:creationId xmlns:a16="http://schemas.microsoft.com/office/drawing/2014/main" id="{BA648618-39B9-1C5D-AFAA-520D597933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1497366"/>
              </p:ext>
            </p:extLst>
          </p:nvPr>
        </p:nvGraphicFramePr>
        <p:xfrm>
          <a:off x="-966407" y="1911095"/>
          <a:ext cx="13978510" cy="27028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48770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CD5804-12AE-5107-1440-F297955F1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ea typeface="Source Sans Pro"/>
              </a:rPr>
              <a:t>Data Sources (Lea)</a:t>
            </a:r>
            <a:endParaRPr lang="en-US" sz="28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22A42F-18D7-5CC2-3B88-130ADFEEB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30/04/2026</a:t>
            </a:r>
          </a:p>
          <a:p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D06224-826E-86E6-A4A7-2969C1D7A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GEO877 – Muriel </a:t>
            </a:r>
            <a:r>
              <a:rPr lang="en-GB" err="1"/>
              <a:t>Geissmann</a:t>
            </a:r>
            <a:r>
              <a:rPr lang="en-GB"/>
              <a:t>, Lea Stoffl, Guillermo </a:t>
            </a:r>
            <a:r>
              <a:rPr lang="en-GB" err="1"/>
              <a:t>Filgueira</a:t>
            </a:r>
            <a:r>
              <a:rPr lang="en-GB"/>
              <a:t> Fernandez &amp; Julia Good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5A409A-9B22-530E-901C-2D71A703A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3</a:t>
            </a:fld>
            <a:endParaRPr lang="en-GB" noProof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C3B5E54-F741-88B7-EA04-C4C8EB6A57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Diagramm 7">
            <a:extLst>
              <a:ext uri="{FF2B5EF4-FFF2-40B4-BE49-F238E27FC236}">
                <a16:creationId xmlns:a16="http://schemas.microsoft.com/office/drawing/2014/main" id="{04AD9202-BE04-259D-1BE0-B12DF5711F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2242173"/>
              </p:ext>
            </p:extLst>
          </p:nvPr>
        </p:nvGraphicFramePr>
        <p:xfrm>
          <a:off x="1261618" y="1171002"/>
          <a:ext cx="9668764" cy="4750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6" name="Picture 2" descr="Tabelle - Kostenlose computer-Icons">
            <a:extLst>
              <a:ext uri="{FF2B5EF4-FFF2-40B4-BE49-F238E27FC236}">
                <a16:creationId xmlns:a16="http://schemas.microsoft.com/office/drawing/2014/main" id="{EC8D7A53-C617-465D-D4BE-AA7D8716776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03" y="1171002"/>
            <a:ext cx="1719746" cy="1719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mriss Zürich, Schweiz Karte einfache dünne: Stock-Vektorgrafik  (Lizenzfrei) 1712884033 | Shutterstock">
            <a:extLst>
              <a:ext uri="{FF2B5EF4-FFF2-40B4-BE49-F238E27FC236}">
                <a16:creationId xmlns:a16="http://schemas.microsoft.com/office/drawing/2014/main" id="{1EB1DE41-B342-ED56-BDAC-E2F8CEB668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59" t="16739" r="16789" b="18975"/>
          <a:stretch/>
        </p:blipFill>
        <p:spPr bwMode="auto">
          <a:xfrm>
            <a:off x="7925177" y="3700375"/>
            <a:ext cx="2132153" cy="2101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 descr="Ein Bild, das Karte, Entwurf, Zeichnung, Lineart enthält.&#10;&#10;KI-generierte Inhalte können fehlerhaft sein.">
            <a:extLst>
              <a:ext uri="{FF2B5EF4-FFF2-40B4-BE49-F238E27FC236}">
                <a16:creationId xmlns:a16="http://schemas.microsoft.com/office/drawing/2014/main" id="{DD502261-CAB1-BC93-AA91-7164BCC3DC5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3123" y="1307140"/>
            <a:ext cx="2350511" cy="185048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21050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71499-5049-3CA8-FD1B-D5EFCB10C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BB7B7B-A359-ED23-E76C-BBD2E5F32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Spatial Algorithms (Lea)</a:t>
            </a:r>
            <a:endParaRPr lang="de-DE" sz="28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E0F9C89-14D5-59D3-9F71-CDA33541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30/04/2026</a:t>
            </a:r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65D041-7F82-7BBE-848A-D5FBA01C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GEO877 – Muriel </a:t>
            </a:r>
            <a:r>
              <a:rPr lang="en-GB" dirty="0" err="1"/>
              <a:t>Geissmann</a:t>
            </a:r>
            <a:r>
              <a:rPr lang="en-GB" dirty="0"/>
              <a:t>, Lea Stoffel, Guillermo </a:t>
            </a:r>
            <a:r>
              <a:rPr lang="en-GB" dirty="0" err="1"/>
              <a:t>Filgueira</a:t>
            </a:r>
            <a:r>
              <a:rPr lang="en-GB" dirty="0"/>
              <a:t> Fernandez &amp; Julia Good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A60E297-34A2-1747-A181-ADFA810AF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4</a:t>
            </a:fld>
            <a:endParaRPr lang="en-GB" noProof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FD50D6B-BCCE-D894-E29D-B563A53897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A0223C7-B950-033D-6AB3-A94F7D57710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65760" y="3137061"/>
            <a:ext cx="103065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Inhaltsplatzhalter 8">
            <a:extLst>
              <a:ext uri="{FF2B5EF4-FFF2-40B4-BE49-F238E27FC236}">
                <a16:creationId xmlns:a16="http://schemas.microsoft.com/office/drawing/2014/main" id="{D5E11E4A-424B-0D91-B7D7-9115EA7860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9087609"/>
              </p:ext>
            </p:extLst>
          </p:nvPr>
        </p:nvGraphicFramePr>
        <p:xfrm>
          <a:off x="-995810" y="1819633"/>
          <a:ext cx="13513946" cy="26348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8969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4503A-5E63-B70D-851F-CDC77852E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1BE3D9-C60B-C1E2-5976-9716EDA11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Preprocessing of Flickr data (Lea) </a:t>
            </a:r>
            <a:endParaRPr lang="de-DE" sz="28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79D7CDA-B760-8E7E-2D03-C8598267B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Typos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Lower-</a:t>
            </a:r>
            <a:r>
              <a:rPr lang="de-CH" dirty="0" err="1"/>
              <a:t>upper</a:t>
            </a:r>
            <a:r>
              <a:rPr lang="de-CH" dirty="0"/>
              <a:t> </a:t>
            </a:r>
            <a:r>
              <a:rPr lang="de-CH" dirty="0" err="1"/>
              <a:t>case</a:t>
            </a:r>
            <a:endParaRPr lang="de-CH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 err="1"/>
              <a:t>Languages</a:t>
            </a:r>
            <a:endParaRPr lang="de-CH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Filter </a:t>
            </a:r>
            <a:r>
              <a:rPr lang="de-CH" dirty="0" err="1"/>
              <a:t>for</a:t>
            </a:r>
            <a:r>
              <a:rPr lang="de-CH" dirty="0"/>
              <a:t> </a:t>
            </a:r>
            <a:r>
              <a:rPr lang="de-CH" dirty="0" err="1"/>
              <a:t>Zurich</a:t>
            </a:r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9336C8-1938-C8AC-2037-920C77B22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30/04/2026</a:t>
            </a:r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DFB7C3-3593-F18A-695E-6CBFEDB7D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GEO877 – Muriel </a:t>
            </a:r>
            <a:r>
              <a:rPr lang="en-GB" dirty="0" err="1"/>
              <a:t>Geissmann</a:t>
            </a:r>
            <a:r>
              <a:rPr lang="en-GB" dirty="0"/>
              <a:t>, Lea Stoffel, Guillermo </a:t>
            </a:r>
            <a:r>
              <a:rPr lang="en-GB" dirty="0" err="1"/>
              <a:t>Filgueira</a:t>
            </a:r>
            <a:r>
              <a:rPr lang="en-GB" dirty="0"/>
              <a:t> Fernandez &amp; Julia Good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5F02D1-088E-EF8A-3676-A227ACE2C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5</a:t>
            </a:fld>
            <a:endParaRPr lang="en-GB" noProof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0D506718-B3A6-87F1-8BD1-A4C191AA5D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3637413-BBB5-AD6D-1812-04EEB355C42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65760" y="3137061"/>
            <a:ext cx="103065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095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15B7F-ACC8-3E01-91AE-22EC6922D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9CD778-3BC5-151F-71AF-E29689706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ea typeface="Source Sans Pro"/>
              </a:rPr>
              <a:t>Construction of Sound Wheel (Lea)</a:t>
            </a:r>
            <a:endParaRPr lang="en-US" sz="28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6C6FE9-4781-6AB2-FF5F-9650265D6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Take </a:t>
            </a:r>
            <a:r>
              <a:rPr lang="de-CH" dirty="0" err="1"/>
              <a:t>sound</a:t>
            </a:r>
            <a:r>
              <a:rPr lang="de-CH" dirty="0"/>
              <a:t> </a:t>
            </a:r>
            <a:r>
              <a:rPr lang="de-CH" dirty="0" err="1"/>
              <a:t>wheel</a:t>
            </a:r>
            <a:r>
              <a:rPr lang="de-CH" dirty="0"/>
              <a:t> </a:t>
            </a:r>
            <a:r>
              <a:rPr lang="de-CH" dirty="0" err="1"/>
              <a:t>from</a:t>
            </a:r>
            <a:r>
              <a:rPr lang="de-CH" dirty="0"/>
              <a:t> </a:t>
            </a:r>
            <a:r>
              <a:rPr lang="de-CH" dirty="0" err="1"/>
              <a:t>paper</a:t>
            </a:r>
            <a:r>
              <a:rPr lang="de-CH" dirty="0"/>
              <a:t> and </a:t>
            </a:r>
            <a:r>
              <a:rPr lang="de-CH" dirty="0" err="1"/>
              <a:t>add</a:t>
            </a:r>
            <a:r>
              <a:rPr lang="de-CH" dirty="0"/>
              <a:t> </a:t>
            </a:r>
            <a:r>
              <a:rPr lang="de-CH" dirty="0" err="1"/>
              <a:t>words</a:t>
            </a:r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9755EB-3422-4C68-9E3A-756FBC161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30/04/2026</a:t>
            </a:r>
            <a:endParaRPr lang="en-US" noProof="0" dirty="0"/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6455F4C4-B56E-A62C-A244-4C10AE7F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GEO877 – Muriel </a:t>
            </a:r>
            <a:r>
              <a:rPr lang="en-GB" dirty="0" err="1"/>
              <a:t>Geissmann</a:t>
            </a:r>
            <a:r>
              <a:rPr lang="en-GB" dirty="0"/>
              <a:t>, Lea Stoffel, Guillermo </a:t>
            </a:r>
            <a:r>
              <a:rPr lang="en-GB" dirty="0" err="1"/>
              <a:t>Filgueira</a:t>
            </a:r>
            <a:r>
              <a:rPr lang="en-GB" dirty="0"/>
              <a:t> Fernandez &amp; Julia Good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843050C-B474-1EFE-80BB-0832D4676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US" noProof="0" smtClean="0"/>
              <a:pPr/>
              <a:t>6</a:t>
            </a:fld>
            <a:endParaRPr lang="en-US" noProof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3BF55DB-365A-B884-F75F-0B7E0FCBAD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83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2F2D1-C5E8-1490-D112-89295187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sz="2800" dirty="0" err="1"/>
              <a:t>Dividing</a:t>
            </a:r>
            <a:r>
              <a:rPr lang="de-CH" sz="2800" dirty="0"/>
              <a:t> Streets </a:t>
            </a:r>
            <a:r>
              <a:rPr lang="de-CH" sz="2800" dirty="0" err="1"/>
              <a:t>into</a:t>
            </a:r>
            <a:r>
              <a:rPr lang="de-CH" sz="2800" dirty="0"/>
              <a:t> </a:t>
            </a:r>
            <a:r>
              <a:rPr lang="de-CH" sz="2800" dirty="0" err="1"/>
              <a:t>segments</a:t>
            </a:r>
            <a:r>
              <a:rPr lang="de-CH" sz="2800" dirty="0"/>
              <a:t> (Julia)</a:t>
            </a:r>
            <a:endParaRPr lang="en-US" sz="28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B9C6D1-7224-448E-74CE-C7CB65710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Streets </a:t>
            </a:r>
            <a:r>
              <a:rPr lang="de-CH" dirty="0" err="1"/>
              <a:t>from</a:t>
            </a:r>
            <a:r>
              <a:rPr lang="de-CH" dirty="0"/>
              <a:t> </a:t>
            </a:r>
            <a:r>
              <a:rPr lang="de-CH" dirty="0" err="1"/>
              <a:t>Switzerland</a:t>
            </a:r>
            <a:r>
              <a:rPr lang="de-CH" dirty="0"/>
              <a:t>, </a:t>
            </a:r>
            <a:r>
              <a:rPr lang="de-CH" dirty="0" err="1"/>
              <a:t>filter</a:t>
            </a:r>
            <a:r>
              <a:rPr lang="de-CH" dirty="0"/>
              <a:t> für </a:t>
            </a:r>
            <a:r>
              <a:rPr lang="de-CH" dirty="0" err="1"/>
              <a:t>zurich</a:t>
            </a:r>
            <a:r>
              <a:rPr lang="de-CH" dirty="0"/>
              <a:t>, divide </a:t>
            </a:r>
            <a:r>
              <a:rPr lang="de-CH" dirty="0" err="1"/>
              <a:t>for</a:t>
            </a:r>
            <a:r>
              <a:rPr lang="de-CH" dirty="0"/>
              <a:t> </a:t>
            </a:r>
            <a:r>
              <a:rPr lang="de-CH" dirty="0" err="1"/>
              <a:t>name</a:t>
            </a:r>
            <a:r>
              <a:rPr lang="de-CH" dirty="0"/>
              <a:t> and </a:t>
            </a:r>
            <a:r>
              <a:rPr lang="de-CH" dirty="0" err="1"/>
              <a:t>then</a:t>
            </a:r>
            <a:r>
              <a:rPr lang="de-CH" dirty="0"/>
              <a:t> </a:t>
            </a:r>
            <a:r>
              <a:rPr lang="de-CH" dirty="0" err="1"/>
              <a:t>length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3D6C8-16AF-B518-EDA2-D2C37DF43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30/04/2026</a:t>
            </a:r>
            <a:endParaRPr lang="en-GB" noProof="0" dirty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40CE9500-80A5-2FA5-FCEA-4EE992F94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GEO877 – Muriel </a:t>
            </a:r>
            <a:r>
              <a:rPr lang="en-GB" dirty="0" err="1"/>
              <a:t>Geissmann</a:t>
            </a:r>
            <a:r>
              <a:rPr lang="en-GB" dirty="0"/>
              <a:t>, Lea Stoffel, Guillermo </a:t>
            </a:r>
            <a:r>
              <a:rPr lang="en-GB" dirty="0" err="1"/>
              <a:t>Filgueira</a:t>
            </a:r>
            <a:r>
              <a:rPr lang="en-GB" dirty="0"/>
              <a:t> Fernandez &amp; Julia Good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EA61B-A020-B663-03B0-191432F7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7</a:t>
            </a:fld>
            <a:endParaRPr lang="en-GB" noProof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3F961D2-FCEB-755C-57CE-C3889D12FF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901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E9F66-2CFB-CD34-BC58-811BAB03E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48812-92FD-8288-6425-7960A181C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00" y="349900"/>
            <a:ext cx="11650662" cy="625944"/>
          </a:xfrm>
        </p:spPr>
        <p:txBody>
          <a:bodyPr/>
          <a:lstStyle/>
          <a:p>
            <a:r>
              <a:rPr lang="de-CH" sz="2800" dirty="0" err="1"/>
              <a:t>Creating</a:t>
            </a:r>
            <a:r>
              <a:rPr lang="de-CH" sz="2800" dirty="0"/>
              <a:t> Buffer </a:t>
            </a:r>
            <a:r>
              <a:rPr lang="de-CH" sz="2800" dirty="0" err="1"/>
              <a:t>around</a:t>
            </a:r>
            <a:r>
              <a:rPr lang="de-CH" sz="2800" dirty="0"/>
              <a:t> Street Segments (Muriel)</a:t>
            </a:r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40156-25A1-6FA4-58C5-1B56150AE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30</a:t>
            </a:r>
            <a:r>
              <a:rPr lang="en-GB" noProof="0" dirty="0"/>
              <a:t>/04/2026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C3677-6E43-8E24-A9A1-0036A97A1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8</a:t>
            </a:fld>
            <a:endParaRPr lang="en-GB" noProof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BB5C4695-3120-04DD-C1E6-C834BE905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7922096" cy="144016"/>
          </a:xfrm>
        </p:spPr>
        <p:txBody>
          <a:bodyPr/>
          <a:lstStyle/>
          <a:p>
            <a:r>
              <a:rPr lang="en-GB" noProof="0" dirty="0"/>
              <a:t>GEO877 – Muriel </a:t>
            </a:r>
            <a:r>
              <a:rPr lang="en-GB" noProof="0" dirty="0" err="1"/>
              <a:t>Geissmann</a:t>
            </a:r>
            <a:r>
              <a:rPr lang="en-GB" noProof="0" dirty="0"/>
              <a:t>, Lea Stoffel, Guillermo </a:t>
            </a:r>
            <a:r>
              <a:rPr lang="en-GB" noProof="0" dirty="0" err="1"/>
              <a:t>Filgueira</a:t>
            </a:r>
            <a:r>
              <a:rPr lang="en-GB" dirty="0"/>
              <a:t> Fernandez &amp; Julia Good</a:t>
            </a:r>
            <a:endParaRPr lang="en-GB" noProof="0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AA76C7B-B96D-C3E8-DCA9-CD6E9F796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80548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3C17BC8A-5DBE-F499-5F58-EE92E703A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sz="2800" dirty="0"/>
              <a:t>Points in Polygon (Guillermo)</a:t>
            </a:r>
            <a:endParaRPr lang="en-US" sz="2800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020B1A21-A9CD-5FB9-A8F9-3ADE6FB13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37836D-4CFB-E21B-AA78-0FCB33F6D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30/04/2026</a:t>
            </a:r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D9F58B-5343-8409-C988-AD457BFED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GEO877 – Muriel </a:t>
            </a:r>
            <a:r>
              <a:rPr lang="en-GB" dirty="0" err="1"/>
              <a:t>Geissmann</a:t>
            </a:r>
            <a:r>
              <a:rPr lang="en-GB" dirty="0"/>
              <a:t>, Lea Stoffel, Guillermo </a:t>
            </a:r>
            <a:r>
              <a:rPr lang="en-GB" dirty="0" err="1"/>
              <a:t>Filgueira</a:t>
            </a:r>
            <a:r>
              <a:rPr lang="en-GB" dirty="0"/>
              <a:t> Fernandez &amp; Julia Good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BBF9B4-7418-ACDD-1C43-72A21DA7A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9</a:t>
            </a:fld>
            <a:endParaRPr lang="en-GB" noProof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F48242D-F6E2-B7B4-5566-C676FD101E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387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3597D-689C-8921-A153-A4234B243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AC9E8BE2-91FE-4A2D-3318-B397E800C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sz="2800" dirty="0"/>
              <a:t>Challenges at </a:t>
            </a:r>
            <a:r>
              <a:rPr lang="de-CH" sz="2800" dirty="0" err="1"/>
              <a:t>the</a:t>
            </a:r>
            <a:r>
              <a:rPr lang="de-CH" sz="2800" dirty="0"/>
              <a:t> </a:t>
            </a:r>
            <a:r>
              <a:rPr lang="de-CH" sz="2800" dirty="0" err="1"/>
              <a:t>moment</a:t>
            </a:r>
            <a:endParaRPr lang="en-US" sz="2800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1DB96318-893F-2304-8C62-7500288A5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335A0C-5CF1-17A8-BAD2-DF0EB846C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30/04/2026</a:t>
            </a:r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641996-533E-2F61-F931-BBB73778B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GEO877 – Muriel </a:t>
            </a:r>
            <a:r>
              <a:rPr lang="en-GB" dirty="0" err="1"/>
              <a:t>Geissmann</a:t>
            </a:r>
            <a:r>
              <a:rPr lang="en-GB" dirty="0"/>
              <a:t>, Lea Stoffel, Guillermo </a:t>
            </a:r>
            <a:r>
              <a:rPr lang="en-GB" dirty="0" err="1"/>
              <a:t>Filgueira</a:t>
            </a:r>
            <a:r>
              <a:rPr lang="en-GB" dirty="0"/>
              <a:t> Fernandez &amp; Julia Good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2AC1F6-56CE-4606-F0FA-2E4C13979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10</a:t>
            </a:fld>
            <a:endParaRPr lang="en-GB" noProof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0BB6987-4BDD-9FA0-760C-2AA96FDD21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912730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Uni Zürich">
      <a:dk1>
        <a:sysClr val="windowText" lastClr="000000"/>
      </a:dk1>
      <a:lt1>
        <a:sysClr val="window" lastClr="FFFFFF"/>
      </a:lt1>
      <a:dk2>
        <a:srgbClr val="666666"/>
      </a:dk2>
      <a:lt2>
        <a:srgbClr val="D7D7D7"/>
      </a:lt2>
      <a:accent1>
        <a:srgbClr val="0028A5"/>
      </a:accent1>
      <a:accent2>
        <a:srgbClr val="4AC9E3"/>
      </a:accent2>
      <a:accent3>
        <a:srgbClr val="A4D233"/>
      </a:accent3>
      <a:accent4>
        <a:srgbClr val="FFC845"/>
      </a:accent4>
      <a:accent5>
        <a:srgbClr val="FC4C02"/>
      </a:accent5>
      <a:accent6>
        <a:srgbClr val="BF0D3E"/>
      </a:accent6>
      <a:hlink>
        <a:srgbClr val="000000"/>
      </a:hlink>
      <a:folHlink>
        <a:srgbClr val="000000"/>
      </a:folHlink>
    </a:clrScheme>
    <a:fontScheme name="Uni Zürich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uzh-presentation-en" id="{1E472478-859B-544F-8FDA-30F40BD221B0}" vid="{E0316969-E371-664E-B793-DAC528073B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2B5DB1901F1E540958A20EDFBC91F77" ma:contentTypeVersion="3" ma:contentTypeDescription="Ein neues Dokument erstellen." ma:contentTypeScope="" ma:versionID="d1c03fd16d48698fe2d219473fe2c2e8">
  <xsd:schema xmlns:xsd="http://www.w3.org/2001/XMLSchema" xmlns:xs="http://www.w3.org/2001/XMLSchema" xmlns:p="http://schemas.microsoft.com/office/2006/metadata/properties" xmlns:ns2="78a299b7-674a-41f9-aaa9-4ebcffc6f822" targetNamespace="http://schemas.microsoft.com/office/2006/metadata/properties" ma:root="true" ma:fieldsID="713bd6c0c2498bceeda834623643c097" ns2:_="">
    <xsd:import namespace="78a299b7-674a-41f9-aaa9-4ebcffc6f82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a299b7-674a-41f9-aaa9-4ebcffc6f8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B6B7BE2-63AD-4C37-AC44-F0E4FC348E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626B806-0237-4942-A1FD-5C97285908C2}">
  <ds:schemaRefs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terms/"/>
    <ds:schemaRef ds:uri="http://purl.org/dc/dcmitype/"/>
    <ds:schemaRef ds:uri="http://schemas.openxmlformats.org/package/2006/metadata/core-properties"/>
    <ds:schemaRef ds:uri="805fcb11-6279-4408-aff7-5b08bc7415b0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27C58F1-68B9-4651-B00F-458FD55FD8BB}"/>
</file>

<file path=docProps/app.xml><?xml version="1.0" encoding="utf-8"?>
<Properties xmlns="http://schemas.openxmlformats.org/officeDocument/2006/extended-properties" xmlns:vt="http://schemas.openxmlformats.org/officeDocument/2006/docPropsVTypes">
  <Template>Benutzerdefiniertes Design</Template>
  <TotalTime>0</TotalTime>
  <Words>625</Words>
  <Application>Microsoft Office PowerPoint</Application>
  <PresentationFormat>Breitbild</PresentationFormat>
  <Paragraphs>77</Paragraphs>
  <Slides>10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Arial</vt:lpstr>
      <vt:lpstr>Source Sans Pro</vt:lpstr>
      <vt:lpstr>Source Sans Pro SemiBold</vt:lpstr>
      <vt:lpstr>Benutzerdefiniertes Design</vt:lpstr>
      <vt:lpstr>PowerPoint-Präsentation</vt:lpstr>
      <vt:lpstr>Research Questions (Lea)</vt:lpstr>
      <vt:lpstr>Data Sources (Lea)</vt:lpstr>
      <vt:lpstr>Spatial Algorithms (Lea)</vt:lpstr>
      <vt:lpstr>Preprocessing of Flickr data (Lea) </vt:lpstr>
      <vt:lpstr>Construction of Sound Wheel (Lea)</vt:lpstr>
      <vt:lpstr>Dividing Streets into segments (Julia)</vt:lpstr>
      <vt:lpstr>Creating Buffer around Street Segments (Muriel)</vt:lpstr>
      <vt:lpstr>Points in Polygon (Guillermo)</vt:lpstr>
      <vt:lpstr>Challenges at the moment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Irene Schweizer</dc:creator>
  <dc:description>erstellt durch Vorlagenbauer.ch</dc:description>
  <cp:lastModifiedBy>Julia Daniela Good</cp:lastModifiedBy>
  <cp:revision>2</cp:revision>
  <dcterms:created xsi:type="dcterms:W3CDTF">2024-06-12T13:10:59Z</dcterms:created>
  <dcterms:modified xsi:type="dcterms:W3CDTF">2026-04-23T08:50:10Z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0x010100F2B5DB1901F1E540958A20EDFBC91F77</vt:lpwstr>
  </property>
  <property fmtid="{D5CDD505-2E9C-101B-9397-08002B2CF9AE}" pid="3" name="MediaServiceImageTags">
    <vt:lpwstr/>
  </property>
  <property fmtid="{D5CDD505-2E9C-101B-9397-08002B2CF9AE}" pid="4" name="Order">
    <vt:r8>900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TriggerFlowInfo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</Properties>
</file>